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F2CD9-7DC2-4935-923D-C9AEB2717609}" v="142" dt="2020-04-02T11:24:53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87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2ef8d03b0d59ea36" providerId="LiveId" clId="{6D88BD0A-DF62-4D95-8CE1-C81E905B3FCE}"/>
    <pc:docChg chg="undo custSel mod addSld modSld">
      <pc:chgData name="Yang Xu" userId="2ef8d03b0d59ea36" providerId="LiveId" clId="{6D88BD0A-DF62-4D95-8CE1-C81E905B3FCE}" dt="2019-08-21T10:56:35.894" v="338" actId="14100"/>
      <pc:docMkLst>
        <pc:docMk/>
      </pc:docMkLst>
      <pc:sldChg chg="addSp delSp modSp add mod setBg">
        <pc:chgData name="Yang Xu" userId="2ef8d03b0d59ea36" providerId="LiveId" clId="{6D88BD0A-DF62-4D95-8CE1-C81E905B3FCE}" dt="2019-08-21T10:43:17.179" v="60"/>
        <pc:sldMkLst>
          <pc:docMk/>
          <pc:sldMk cId="1113286947" sldId="328"/>
        </pc:sldMkLst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2" creationId="{768D3BB1-BBE1-4295-8C9A-FE285AEAD3A1}"/>
          </ac:spMkLst>
        </pc:spChg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3" creationId="{A3F28D5B-877D-4FB9-8911-05534A622158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1" creationId="{3F4C104D-5F30-4811-9376-566B26E4719A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3" creationId="{0815E34B-5D02-4E01-A936-E8E1C0AB6F12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5" creationId="{7DE3414B-B032-4710-A468-D3285E38C5FF}"/>
          </ac:spMkLst>
        </pc:spChg>
        <pc:picChg chg="add del mod">
          <ac:chgData name="Yang Xu" userId="2ef8d03b0d59ea36" providerId="LiveId" clId="{6D88BD0A-DF62-4D95-8CE1-C81E905B3FCE}" dt="2019-08-21T10:43:17.179" v="60"/>
          <ac:picMkLst>
            <pc:docMk/>
            <pc:sldMk cId="1113286947" sldId="328"/>
            <ac:picMk id="1026" creationId="{071ADE02-10E8-4922-918B-8A22B9EF5551}"/>
          </ac:picMkLst>
        </pc:picChg>
      </pc:sldChg>
      <pc:sldChg chg="addSp modSp add">
        <pc:chgData name="Yang Xu" userId="2ef8d03b0d59ea36" providerId="LiveId" clId="{6D88BD0A-DF62-4D95-8CE1-C81E905B3FCE}" dt="2019-08-21T10:56:35.894" v="338" actId="14100"/>
        <pc:sldMkLst>
          <pc:docMk/>
          <pc:sldMk cId="1666986483" sldId="329"/>
        </pc:sldMkLst>
        <pc:spChg chg="mod">
          <ac:chgData name="Yang Xu" userId="2ef8d03b0d59ea36" providerId="LiveId" clId="{6D88BD0A-DF62-4D95-8CE1-C81E905B3FCE}" dt="2019-08-21T10:43:21.758" v="79"/>
          <ac:spMkLst>
            <pc:docMk/>
            <pc:sldMk cId="1666986483" sldId="329"/>
            <ac:spMk id="2" creationId="{D195B7E2-B9EB-4432-A3C2-2DFD6D42DF26}"/>
          </ac:spMkLst>
        </pc:spChg>
        <pc:spChg chg="mod">
          <ac:chgData name="Yang Xu" userId="2ef8d03b0d59ea36" providerId="LiveId" clId="{6D88BD0A-DF62-4D95-8CE1-C81E905B3FCE}" dt="2019-08-21T10:43:59.159" v="92" actId="20577"/>
          <ac:spMkLst>
            <pc:docMk/>
            <pc:sldMk cId="1666986483" sldId="329"/>
            <ac:spMk id="3" creationId="{9E7387F8-C756-4584-9374-5D30C802508A}"/>
          </ac:spMkLst>
        </pc:spChg>
        <pc:picChg chg="add mod">
          <ac:chgData name="Yang Xu" userId="2ef8d03b0d59ea36" providerId="LiveId" clId="{6D88BD0A-DF62-4D95-8CE1-C81E905B3FCE}" dt="2019-08-21T10:56:25.718" v="333" actId="1076"/>
          <ac:picMkLst>
            <pc:docMk/>
            <pc:sldMk cId="1666986483" sldId="329"/>
            <ac:picMk id="4" creationId="{12B62F42-D8EA-4D49-B421-A9B3ACC1D5F2}"/>
          </ac:picMkLst>
        </pc:picChg>
        <pc:picChg chg="add mod">
          <ac:chgData name="Yang Xu" userId="2ef8d03b0d59ea36" providerId="LiveId" clId="{6D88BD0A-DF62-4D95-8CE1-C81E905B3FCE}" dt="2019-08-21T10:56:35.894" v="338" actId="14100"/>
          <ac:picMkLst>
            <pc:docMk/>
            <pc:sldMk cId="1666986483" sldId="329"/>
            <ac:picMk id="5" creationId="{F9031E0B-52CF-45FC-A00E-5AD201C747D0}"/>
          </ac:picMkLst>
        </pc:picChg>
        <pc:picChg chg="add mod">
          <ac:chgData name="Yang Xu" userId="2ef8d03b0d59ea36" providerId="LiveId" clId="{6D88BD0A-DF62-4D95-8CE1-C81E905B3FCE}" dt="2019-08-21T10:43:49.478" v="91" actId="14100"/>
          <ac:picMkLst>
            <pc:docMk/>
            <pc:sldMk cId="1666986483" sldId="329"/>
            <ac:picMk id="2050" creationId="{78061491-6FC7-4C8F-94F0-94A480CF387C}"/>
          </ac:picMkLst>
        </pc:picChg>
      </pc:sldChg>
      <pc:sldChg chg="addSp modSp add">
        <pc:chgData name="Yang Xu" userId="2ef8d03b0d59ea36" providerId="LiveId" clId="{6D88BD0A-DF62-4D95-8CE1-C81E905B3FCE}" dt="2019-08-21T10:44:42.157" v="139" actId="14100"/>
        <pc:sldMkLst>
          <pc:docMk/>
          <pc:sldMk cId="3706619543" sldId="330"/>
        </pc:sldMkLst>
        <pc:spChg chg="mod">
          <ac:chgData name="Yang Xu" userId="2ef8d03b0d59ea36" providerId="LiveId" clId="{6D88BD0A-DF62-4D95-8CE1-C81E905B3FCE}" dt="2019-08-21T10:44:26.664" v="132"/>
          <ac:spMkLst>
            <pc:docMk/>
            <pc:sldMk cId="3706619543" sldId="330"/>
            <ac:spMk id="2" creationId="{2A170A73-8AF5-43A0-B269-444B457F3246}"/>
          </ac:spMkLst>
        </pc:spChg>
        <pc:spChg chg="mod">
          <ac:chgData name="Yang Xu" userId="2ef8d03b0d59ea36" providerId="LiveId" clId="{6D88BD0A-DF62-4D95-8CE1-C81E905B3FCE}" dt="2019-08-21T10:44:36.985" v="137" actId="1076"/>
          <ac:spMkLst>
            <pc:docMk/>
            <pc:sldMk cId="3706619543" sldId="330"/>
            <ac:spMk id="3" creationId="{13A654C9-97CE-4A9C-9C45-6AE787915E5D}"/>
          </ac:spMkLst>
        </pc:spChg>
        <pc:picChg chg="add mod">
          <ac:chgData name="Yang Xu" userId="2ef8d03b0d59ea36" providerId="LiveId" clId="{6D88BD0A-DF62-4D95-8CE1-C81E905B3FCE}" dt="2019-08-21T10:44:42.157" v="139" actId="14100"/>
          <ac:picMkLst>
            <pc:docMk/>
            <pc:sldMk cId="3706619543" sldId="330"/>
            <ac:picMk id="3074" creationId="{813DBE77-A1A1-444A-BE20-A1364D82FB90}"/>
          </ac:picMkLst>
        </pc:picChg>
      </pc:sldChg>
      <pc:sldChg chg="addSp modSp add">
        <pc:chgData name="Yang Xu" userId="2ef8d03b0d59ea36" providerId="LiveId" clId="{6D88BD0A-DF62-4D95-8CE1-C81E905B3FCE}" dt="2019-08-21T10:45:10.142" v="180" actId="14100"/>
        <pc:sldMkLst>
          <pc:docMk/>
          <pc:sldMk cId="1354713649" sldId="331"/>
        </pc:sldMkLst>
        <pc:spChg chg="mod">
          <ac:chgData name="Yang Xu" userId="2ef8d03b0d59ea36" providerId="LiveId" clId="{6D88BD0A-DF62-4D95-8CE1-C81E905B3FCE}" dt="2019-08-21T10:44:53.254" v="174"/>
          <ac:spMkLst>
            <pc:docMk/>
            <pc:sldMk cId="1354713649" sldId="331"/>
            <ac:spMk id="2" creationId="{7759221F-010B-41F1-B01D-D361B5B36E5E}"/>
          </ac:spMkLst>
        </pc:spChg>
        <pc:spChg chg="mod">
          <ac:chgData name="Yang Xu" userId="2ef8d03b0d59ea36" providerId="LiveId" clId="{6D88BD0A-DF62-4D95-8CE1-C81E905B3FCE}" dt="2019-08-21T10:45:04.779" v="178" actId="1076"/>
          <ac:spMkLst>
            <pc:docMk/>
            <pc:sldMk cId="1354713649" sldId="331"/>
            <ac:spMk id="3" creationId="{B8509758-11AF-4E97-98F4-5E583870E86D}"/>
          </ac:spMkLst>
        </pc:spChg>
        <pc:picChg chg="add mod">
          <ac:chgData name="Yang Xu" userId="2ef8d03b0d59ea36" providerId="LiveId" clId="{6D88BD0A-DF62-4D95-8CE1-C81E905B3FCE}" dt="2019-08-21T10:45:10.142" v="180" actId="14100"/>
          <ac:picMkLst>
            <pc:docMk/>
            <pc:sldMk cId="1354713649" sldId="331"/>
            <ac:picMk id="4098" creationId="{492F5C7D-B558-48F5-8B0A-07BD265DE19E}"/>
          </ac:picMkLst>
        </pc:picChg>
      </pc:sldChg>
      <pc:sldChg chg="modSp add">
        <pc:chgData name="Yang Xu" userId="2ef8d03b0d59ea36" providerId="LiveId" clId="{6D88BD0A-DF62-4D95-8CE1-C81E905B3FCE}" dt="2019-08-21T10:45:25.648" v="201"/>
        <pc:sldMkLst>
          <pc:docMk/>
          <pc:sldMk cId="1908510089" sldId="332"/>
        </pc:sldMkLst>
        <pc:spChg chg="mod">
          <ac:chgData name="Yang Xu" userId="2ef8d03b0d59ea36" providerId="LiveId" clId="{6D88BD0A-DF62-4D95-8CE1-C81E905B3FCE}" dt="2019-08-21T10:45:24.477" v="200"/>
          <ac:spMkLst>
            <pc:docMk/>
            <pc:sldMk cId="1908510089" sldId="332"/>
            <ac:spMk id="2" creationId="{02561AC6-2B4E-4062-B10E-441664B1536B}"/>
          </ac:spMkLst>
        </pc:spChg>
        <pc:spChg chg="mod">
          <ac:chgData name="Yang Xu" userId="2ef8d03b0d59ea36" providerId="LiveId" clId="{6D88BD0A-DF62-4D95-8CE1-C81E905B3FCE}" dt="2019-08-21T10:45:25.648" v="201"/>
          <ac:spMkLst>
            <pc:docMk/>
            <pc:sldMk cId="1908510089" sldId="332"/>
            <ac:spMk id="3" creationId="{58E1D659-779C-41AA-BDD0-E04E0CFAA560}"/>
          </ac:spMkLst>
        </pc:spChg>
      </pc:sldChg>
      <pc:sldChg chg="addSp modSp add">
        <pc:chgData name="Yang Xu" userId="2ef8d03b0d59ea36" providerId="LiveId" clId="{6D88BD0A-DF62-4D95-8CE1-C81E905B3FCE}" dt="2019-08-21T10:47:08.769" v="251" actId="14100"/>
        <pc:sldMkLst>
          <pc:docMk/>
          <pc:sldMk cId="3510124713" sldId="333"/>
        </pc:sldMkLst>
        <pc:spChg chg="mod">
          <ac:chgData name="Yang Xu" userId="2ef8d03b0d59ea36" providerId="LiveId" clId="{6D88BD0A-DF62-4D95-8CE1-C81E905B3FCE}" dt="2019-08-21T10:46:12.007" v="203"/>
          <ac:spMkLst>
            <pc:docMk/>
            <pc:sldMk cId="3510124713" sldId="333"/>
            <ac:spMk id="2" creationId="{379DFB0F-907A-42EE-9FBB-E09D15BB59FB}"/>
          </ac:spMkLst>
        </pc:spChg>
        <pc:spChg chg="mod">
          <ac:chgData name="Yang Xu" userId="2ef8d03b0d59ea36" providerId="LiveId" clId="{6D88BD0A-DF62-4D95-8CE1-C81E905B3FCE}" dt="2019-08-21T10:46:56.522" v="248"/>
          <ac:spMkLst>
            <pc:docMk/>
            <pc:sldMk cId="3510124713" sldId="333"/>
            <ac:spMk id="3" creationId="{9454A122-7FE9-4BCC-986C-E3C3015F6328}"/>
          </ac:spMkLst>
        </pc:spChg>
        <pc:picChg chg="add mod">
          <ac:chgData name="Yang Xu" userId="2ef8d03b0d59ea36" providerId="LiveId" clId="{6D88BD0A-DF62-4D95-8CE1-C81E905B3FCE}" dt="2019-08-21T10:46:46.722" v="241" actId="14100"/>
          <ac:picMkLst>
            <pc:docMk/>
            <pc:sldMk cId="3510124713" sldId="333"/>
            <ac:picMk id="5122" creationId="{7D9A354D-B2D4-473F-8578-DAF46FBF0963}"/>
          </ac:picMkLst>
        </pc:picChg>
        <pc:picChg chg="add mod">
          <ac:chgData name="Yang Xu" userId="2ef8d03b0d59ea36" providerId="LiveId" clId="{6D88BD0A-DF62-4D95-8CE1-C81E905B3FCE}" dt="2019-08-21T10:47:08.769" v="251" actId="14100"/>
          <ac:picMkLst>
            <pc:docMk/>
            <pc:sldMk cId="3510124713" sldId="333"/>
            <ac:picMk id="5124" creationId="{B8FC9AF6-DC1D-4C26-BEE7-CE7529EF66B9}"/>
          </ac:picMkLst>
        </pc:picChg>
      </pc:sldChg>
      <pc:sldChg chg="addSp modSp add">
        <pc:chgData name="Yang Xu" userId="2ef8d03b0d59ea36" providerId="LiveId" clId="{6D88BD0A-DF62-4D95-8CE1-C81E905B3FCE}" dt="2019-08-21T10:48:03.660" v="272" actId="14100"/>
        <pc:sldMkLst>
          <pc:docMk/>
          <pc:sldMk cId="1198030559" sldId="334"/>
        </pc:sldMkLst>
        <pc:spChg chg="mod">
          <ac:chgData name="Yang Xu" userId="2ef8d03b0d59ea36" providerId="LiveId" clId="{6D88BD0A-DF62-4D95-8CE1-C81E905B3FCE}" dt="2019-08-21T10:47:33.294" v="258" actId="27636"/>
          <ac:spMkLst>
            <pc:docMk/>
            <pc:sldMk cId="1198030559" sldId="334"/>
            <ac:spMk id="2" creationId="{21A81FB2-3D03-46C9-8D14-30A7F0C74246}"/>
          </ac:spMkLst>
        </pc:spChg>
        <pc:spChg chg="mod">
          <ac:chgData name="Yang Xu" userId="2ef8d03b0d59ea36" providerId="LiveId" clId="{6D88BD0A-DF62-4D95-8CE1-C81E905B3FCE}" dt="2019-08-21T10:48:00.124" v="271"/>
          <ac:spMkLst>
            <pc:docMk/>
            <pc:sldMk cId="1198030559" sldId="334"/>
            <ac:spMk id="3" creationId="{B819DB1E-598E-4873-AB6C-CFCB8E137E30}"/>
          </ac:spMkLst>
        </pc:spChg>
        <pc:picChg chg="add mod">
          <ac:chgData name="Yang Xu" userId="2ef8d03b0d59ea36" providerId="LiveId" clId="{6D88BD0A-DF62-4D95-8CE1-C81E905B3FCE}" dt="2019-08-21T10:48:03.660" v="272" actId="14100"/>
          <ac:picMkLst>
            <pc:docMk/>
            <pc:sldMk cId="1198030559" sldId="334"/>
            <ac:picMk id="6146" creationId="{C92FDAD4-43B7-42D2-B288-83FBD1273CCA}"/>
          </ac:picMkLst>
        </pc:picChg>
      </pc:sldChg>
      <pc:sldChg chg="addSp modSp add">
        <pc:chgData name="Yang Xu" userId="2ef8d03b0d59ea36" providerId="LiveId" clId="{6D88BD0A-DF62-4D95-8CE1-C81E905B3FCE}" dt="2019-08-21T10:49:11.301" v="299"/>
        <pc:sldMkLst>
          <pc:docMk/>
          <pc:sldMk cId="3146428139" sldId="335"/>
        </pc:sldMkLst>
        <pc:spChg chg="mod">
          <ac:chgData name="Yang Xu" userId="2ef8d03b0d59ea36" providerId="LiveId" clId="{6D88BD0A-DF62-4D95-8CE1-C81E905B3FCE}" dt="2019-08-21T10:48:18.663" v="278" actId="27636"/>
          <ac:spMkLst>
            <pc:docMk/>
            <pc:sldMk cId="3146428139" sldId="335"/>
            <ac:spMk id="2" creationId="{9A29BF4F-2871-49D4-AA33-46B02AFB9471}"/>
          </ac:spMkLst>
        </pc:spChg>
        <pc:spChg chg="mod">
          <ac:chgData name="Yang Xu" userId="2ef8d03b0d59ea36" providerId="LiveId" clId="{6D88BD0A-DF62-4D95-8CE1-C81E905B3FCE}" dt="2019-08-21T10:49:11.301" v="299"/>
          <ac:spMkLst>
            <pc:docMk/>
            <pc:sldMk cId="3146428139" sldId="335"/>
            <ac:spMk id="3" creationId="{C92EE7E9-197A-4CC6-A361-09C98BE13F80}"/>
          </ac:spMkLst>
        </pc:spChg>
        <pc:picChg chg="add mod">
          <ac:chgData name="Yang Xu" userId="2ef8d03b0d59ea36" providerId="LiveId" clId="{6D88BD0A-DF62-4D95-8CE1-C81E905B3FCE}" dt="2019-08-21T10:49:04.559" v="297" actId="1076"/>
          <ac:picMkLst>
            <pc:docMk/>
            <pc:sldMk cId="3146428139" sldId="335"/>
            <ac:picMk id="4" creationId="{092D757B-C7CB-4C21-87B4-39B3EADE3A1A}"/>
          </ac:picMkLst>
        </pc:picChg>
        <pc:picChg chg="add mod">
          <ac:chgData name="Yang Xu" userId="2ef8d03b0d59ea36" providerId="LiveId" clId="{6D88BD0A-DF62-4D95-8CE1-C81E905B3FCE}" dt="2019-08-21T10:48:49.900" v="292" actId="14100"/>
          <ac:picMkLst>
            <pc:docMk/>
            <pc:sldMk cId="3146428139" sldId="335"/>
            <ac:picMk id="7170" creationId="{43E50B8C-09F6-4C8D-8598-7E788FFBB087}"/>
          </ac:picMkLst>
        </pc:picChg>
      </pc:sldChg>
      <pc:sldChg chg="addSp modSp add">
        <pc:chgData name="Yang Xu" userId="2ef8d03b0d59ea36" providerId="LiveId" clId="{6D88BD0A-DF62-4D95-8CE1-C81E905B3FCE}" dt="2019-08-21T10:50:21.367" v="332" actId="1076"/>
        <pc:sldMkLst>
          <pc:docMk/>
          <pc:sldMk cId="3362160207" sldId="336"/>
        </pc:sldMkLst>
        <pc:spChg chg="mod">
          <ac:chgData name="Yang Xu" userId="2ef8d03b0d59ea36" providerId="LiveId" clId="{6D88BD0A-DF62-4D95-8CE1-C81E905B3FCE}" dt="2019-08-21T10:49:33.480" v="313" actId="27636"/>
          <ac:spMkLst>
            <pc:docMk/>
            <pc:sldMk cId="3362160207" sldId="336"/>
            <ac:spMk id="2" creationId="{7CA5EE94-E874-4947-AF9A-B3C8F48DC4E4}"/>
          </ac:spMkLst>
        </pc:spChg>
        <pc:spChg chg="mod">
          <ac:chgData name="Yang Xu" userId="2ef8d03b0d59ea36" providerId="LiveId" clId="{6D88BD0A-DF62-4D95-8CE1-C81E905B3FCE}" dt="2019-08-21T10:50:15.810" v="330"/>
          <ac:spMkLst>
            <pc:docMk/>
            <pc:sldMk cId="3362160207" sldId="336"/>
            <ac:spMk id="3" creationId="{1E330A68-2799-426D-B0D4-CA4F79B5EECE}"/>
          </ac:spMkLst>
        </pc:spChg>
        <pc:picChg chg="add mod">
          <ac:chgData name="Yang Xu" userId="2ef8d03b0d59ea36" providerId="LiveId" clId="{6D88BD0A-DF62-4D95-8CE1-C81E905B3FCE}" dt="2019-08-21T10:50:21.367" v="332" actId="1076"/>
          <ac:picMkLst>
            <pc:docMk/>
            <pc:sldMk cId="3362160207" sldId="336"/>
            <ac:picMk id="4" creationId="{9CE529A4-1F99-4FB9-97B5-8F13C65636D4}"/>
          </ac:picMkLst>
        </pc:picChg>
        <pc:picChg chg="add mod">
          <ac:chgData name="Yang Xu" userId="2ef8d03b0d59ea36" providerId="LiveId" clId="{6D88BD0A-DF62-4D95-8CE1-C81E905B3FCE}" dt="2019-08-21T10:50:18.792" v="331" actId="1076"/>
          <ac:picMkLst>
            <pc:docMk/>
            <pc:sldMk cId="3362160207" sldId="336"/>
            <ac:picMk id="8194" creationId="{7B9C3EDB-0A5C-429B-B345-ADD16C42CD3C}"/>
          </ac:picMkLst>
        </pc:picChg>
      </pc:sldChg>
    </pc:docChg>
  </pc:docChgLst>
  <pc:docChgLst>
    <pc:chgData name="Yang Xu" userId="2ef8d03b0d59ea36" providerId="LiveId" clId="{488C6BAF-8CD7-4604-9437-3BA937826390}"/>
    <pc:docChg chg="custSel addSld delSld modSld">
      <pc:chgData name="Yang Xu" userId="2ef8d03b0d59ea36" providerId="LiveId" clId="{488C6BAF-8CD7-4604-9437-3BA937826390}" dt="2020-03-30T11:45:13.798" v="1456" actId="47"/>
      <pc:docMkLst>
        <pc:docMk/>
      </pc:docMkLst>
      <pc:sldChg chg="modSp">
        <pc:chgData name="Yang Xu" userId="2ef8d03b0d59ea36" providerId="LiveId" clId="{488C6BAF-8CD7-4604-9437-3BA937826390}" dt="2020-03-30T11:24:14.442" v="35"/>
        <pc:sldMkLst>
          <pc:docMk/>
          <pc:sldMk cId="3976345311" sldId="258"/>
        </pc:sldMkLst>
        <pc:spChg chg="mod">
          <ac:chgData name="Yang Xu" userId="2ef8d03b0d59ea36" providerId="LiveId" clId="{488C6BAF-8CD7-4604-9437-3BA937826390}" dt="2020-03-30T11:24:08.609" v="18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488C6BAF-8CD7-4604-9437-3BA937826390}" dt="2020-03-30T11:24:14.442" v="35"/>
          <ac:spMkLst>
            <pc:docMk/>
            <pc:sldMk cId="3976345311" sldId="258"/>
            <ac:spMk id="3" creationId="{775BD944-F5C5-164C-9D72-4739E1507A0B}"/>
          </ac:spMkLst>
        </pc:spChg>
      </pc:sldChg>
      <pc:sldChg chg="del">
        <pc:chgData name="Yang Xu" userId="2ef8d03b0d59ea36" providerId="LiveId" clId="{488C6BAF-8CD7-4604-9437-3BA937826390}" dt="2020-03-30T11:45:13.798" v="1456" actId="47"/>
        <pc:sldMkLst>
          <pc:docMk/>
          <pc:sldMk cId="2336253775" sldId="327"/>
        </pc:sldMkLst>
      </pc:sldChg>
      <pc:sldChg chg="add del">
        <pc:chgData name="Yang Xu" userId="2ef8d03b0d59ea36" providerId="LiveId" clId="{488C6BAF-8CD7-4604-9437-3BA937826390}" dt="2020-03-30T11:29:11.460" v="38"/>
        <pc:sldMkLst>
          <pc:docMk/>
          <pc:sldMk cId="945690753" sldId="328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13286947" sldId="328"/>
        </pc:sldMkLst>
      </pc:sldChg>
      <pc:sldChg chg="modSp add">
        <pc:chgData name="Yang Xu" userId="2ef8d03b0d59ea36" providerId="LiveId" clId="{488C6BAF-8CD7-4604-9437-3BA937826390}" dt="2020-03-30T11:45:04.013" v="1455"/>
        <pc:sldMkLst>
          <pc:docMk/>
          <pc:sldMk cId="2032899856" sldId="328"/>
        </pc:sldMkLst>
        <pc:spChg chg="mod">
          <ac:chgData name="Yang Xu" userId="2ef8d03b0d59ea36" providerId="LiveId" clId="{488C6BAF-8CD7-4604-9437-3BA937826390}" dt="2020-03-30T11:29:33.983" v="81"/>
          <ac:spMkLst>
            <pc:docMk/>
            <pc:sldMk cId="2032899856" sldId="328"/>
            <ac:spMk id="2" creationId="{97F57535-0E73-46B2-8645-219F509CD6E4}"/>
          </ac:spMkLst>
        </pc:spChg>
        <pc:spChg chg="mod">
          <ac:chgData name="Yang Xu" userId="2ef8d03b0d59ea36" providerId="LiveId" clId="{488C6BAF-8CD7-4604-9437-3BA937826390}" dt="2020-03-30T11:45:04.013" v="1455"/>
          <ac:spMkLst>
            <pc:docMk/>
            <pc:sldMk cId="2032899856" sldId="328"/>
            <ac:spMk id="3" creationId="{24FA6FCA-3A91-42D0-8978-B6641CAC23E7}"/>
          </ac:spMkLst>
        </pc:spChg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666986483" sldId="329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706619543" sldId="330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354713649" sldId="331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908510089" sldId="332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510124713" sldId="333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98030559" sldId="334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146428139" sldId="335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362160207" sldId="336"/>
        </pc:sldMkLst>
      </pc:sldChg>
    </pc:docChg>
  </pc:docChgLst>
  <pc:docChgLst>
    <pc:chgData name="Yang Xu" userId="2ef8d03b0d59ea36" providerId="LiveId" clId="{6645B0B2-98E6-4832-A107-110FA2E6D41F}"/>
    <pc:docChg chg="addSld modSld">
      <pc:chgData name="Yang Xu" userId="2ef8d03b0d59ea36" providerId="LiveId" clId="{6645B0B2-98E6-4832-A107-110FA2E6D41F}" dt="2019-08-13T11:26:25.160" v="87"/>
      <pc:docMkLst>
        <pc:docMk/>
      </pc:docMkLst>
    </pc:docChg>
  </pc:docChgLst>
  <pc:docChgLst>
    <pc:chgData name="Yang Xu" userId="2ef8d03b0d59ea36" providerId="LiveId" clId="{F370F9BA-AFAE-4EC4-9C53-2278A3ACBE76}"/>
    <pc:docChg chg="undo custSel mod addSld delSld modSld">
      <pc:chgData name="Yang Xu" userId="2ef8d03b0d59ea36" providerId="LiveId" clId="{F370F9BA-AFAE-4EC4-9C53-2278A3ACBE76}" dt="2019-08-13T06:07:51.954" v="5387" actId="26606"/>
      <pc:docMkLst>
        <pc:docMk/>
      </pc:docMkLst>
      <pc:sldChg chg="modSp">
        <pc:chgData name="Yang Xu" userId="2ef8d03b0d59ea36" providerId="LiveId" clId="{F370F9BA-AFAE-4EC4-9C53-2278A3ACBE76}" dt="2019-08-13T04:30:04.719" v="34"/>
        <pc:sldMkLst>
          <pc:docMk/>
          <pc:sldMk cId="3976345311" sldId="258"/>
        </pc:sldMkLst>
        <pc:spChg chg="mod">
          <ac:chgData name="Yang Xu" userId="2ef8d03b0d59ea36" providerId="LiveId" clId="{F370F9BA-AFAE-4EC4-9C53-2278A3ACBE76}" dt="2019-08-13T04:30:03.109" v="33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F370F9BA-AFAE-4EC4-9C53-2278A3ACBE76}" dt="2019-08-13T04:30:04.719" v="34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F370F9BA-AFAE-4EC4-9C53-2278A3ACBE76}" dt="2019-08-13T04:30:23.800" v="62" actId="20577"/>
        <pc:sldMkLst>
          <pc:docMk/>
          <pc:sldMk cId="2102725928" sldId="285"/>
        </pc:sldMkLst>
        <pc:spChg chg="mod">
          <ac:chgData name="Yang Xu" userId="2ef8d03b0d59ea36" providerId="LiveId" clId="{F370F9BA-AFAE-4EC4-9C53-2278A3ACBE76}" dt="2019-08-13T04:30:23.800" v="62" actId="20577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B86D5F70-BCED-4C42-BAD8-6F1419580597}"/>
    <pc:docChg chg="custSel addSld delSld modSld">
      <pc:chgData name="Yang Xu" userId="2ef8d03b0d59ea36" providerId="LiveId" clId="{B86D5F70-BCED-4C42-BAD8-6F1419580597}" dt="2020-04-01T09:13:55.628" v="2955"/>
      <pc:docMkLst>
        <pc:docMk/>
      </pc:docMkLst>
      <pc:sldChg chg="modSp mod">
        <pc:chgData name="Yang Xu" userId="2ef8d03b0d59ea36" providerId="LiveId" clId="{B86D5F70-BCED-4C42-BAD8-6F1419580597}" dt="2020-04-01T08:23:59.248" v="28"/>
        <pc:sldMkLst>
          <pc:docMk/>
          <pc:sldMk cId="3976345311" sldId="258"/>
        </pc:sldMkLst>
        <pc:spChg chg="mod">
          <ac:chgData name="Yang Xu" userId="2ef8d03b0d59ea36" providerId="LiveId" clId="{B86D5F70-BCED-4C42-BAD8-6F1419580597}" dt="2020-04-01T08:23:54.809" v="19" actId="20577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B86D5F70-BCED-4C42-BAD8-6F1419580597}" dt="2020-04-01T08:23:59.248" v="28"/>
          <ac:spMkLst>
            <pc:docMk/>
            <pc:sldMk cId="3976345311" sldId="258"/>
            <ac:spMk id="3" creationId="{775BD944-F5C5-164C-9D72-4739E1507A0B}"/>
          </ac:spMkLst>
        </pc:spChg>
      </pc:sldChg>
      <pc:sldChg chg="modSp mod">
        <pc:chgData name="Yang Xu" userId="2ef8d03b0d59ea36" providerId="LiveId" clId="{B86D5F70-BCED-4C42-BAD8-6F1419580597}" dt="2020-04-01T08:24:16.174" v="34"/>
        <pc:sldMkLst>
          <pc:docMk/>
          <pc:sldMk cId="2102725928" sldId="285"/>
        </pc:sldMkLst>
        <pc:spChg chg="mod">
          <ac:chgData name="Yang Xu" userId="2ef8d03b0d59ea36" providerId="LiveId" clId="{B86D5F70-BCED-4C42-BAD8-6F1419580597}" dt="2020-04-01T08:24:16.174" v="34"/>
          <ac:spMkLst>
            <pc:docMk/>
            <pc:sldMk cId="2102725928" sldId="285"/>
            <ac:spMk id="4" creationId="{C50764E9-8B57-43BC-B62A-D3F90FF17D5B}"/>
          </ac:spMkLst>
        </pc:spChg>
      </pc:sldChg>
      <pc:sldChg chg="del">
        <pc:chgData name="Yang Xu" userId="2ef8d03b0d59ea36" providerId="LiveId" clId="{B86D5F70-BCED-4C42-BAD8-6F1419580597}" dt="2020-04-01T08:24:10.704" v="30" actId="47"/>
        <pc:sldMkLst>
          <pc:docMk/>
          <pc:sldMk cId="2032899856" sldId="328"/>
        </pc:sldMkLst>
      </pc:sldChg>
      <pc:sldChg chg="modSp add mod">
        <pc:chgData name="Yang Xu" userId="2ef8d03b0d59ea36" providerId="LiveId" clId="{B86D5F70-BCED-4C42-BAD8-6F1419580597}" dt="2020-04-01T08:59:27.316" v="1664" actId="20577"/>
        <pc:sldMkLst>
          <pc:docMk/>
          <pc:sldMk cId="976980347" sldId="329"/>
        </pc:sldMkLst>
        <pc:spChg chg="mod">
          <ac:chgData name="Yang Xu" userId="2ef8d03b0d59ea36" providerId="LiveId" clId="{B86D5F70-BCED-4C42-BAD8-6F1419580597}" dt="2020-04-01T08:26:23.255" v="29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B86D5F70-BCED-4C42-BAD8-6F1419580597}" dt="2020-04-01T08:59:27.316" v="1664" actId="20577"/>
          <ac:spMkLst>
            <pc:docMk/>
            <pc:sldMk cId="976980347" sldId="329"/>
            <ac:spMk id="3" creationId="{40D8BC4B-624B-4322-B58A-EC8D9FBB9620}"/>
          </ac:spMkLst>
        </pc:spChg>
      </pc:sldChg>
      <pc:sldChg chg="modSp add mod">
        <pc:chgData name="Yang Xu" userId="2ef8d03b0d59ea36" providerId="LiveId" clId="{B86D5F70-BCED-4C42-BAD8-6F1419580597}" dt="2020-04-01T08:36:40.319" v="971"/>
        <pc:sldMkLst>
          <pc:docMk/>
          <pc:sldMk cId="759238800" sldId="330"/>
        </pc:sldMkLst>
        <pc:spChg chg="mod">
          <ac:chgData name="Yang Xu" userId="2ef8d03b0d59ea36" providerId="LiveId" clId="{B86D5F70-BCED-4C42-BAD8-6F1419580597}" dt="2020-04-01T08:26:31.397" v="312"/>
          <ac:spMkLst>
            <pc:docMk/>
            <pc:sldMk cId="759238800" sldId="330"/>
            <ac:spMk id="2" creationId="{6945013F-EFED-4575-BBA0-08A71B0762C5}"/>
          </ac:spMkLst>
        </pc:spChg>
        <pc:spChg chg="mod">
          <ac:chgData name="Yang Xu" userId="2ef8d03b0d59ea36" providerId="LiveId" clId="{B86D5F70-BCED-4C42-BAD8-6F1419580597}" dt="2020-04-01T08:36:40.319" v="971"/>
          <ac:spMkLst>
            <pc:docMk/>
            <pc:sldMk cId="759238800" sldId="330"/>
            <ac:spMk id="3" creationId="{560AAC57-D763-48DC-9EC9-D8AB5698FFFB}"/>
          </ac:spMkLst>
        </pc:spChg>
      </pc:sldChg>
      <pc:sldChg chg="modSp add mod">
        <pc:chgData name="Yang Xu" userId="2ef8d03b0d59ea36" providerId="LiveId" clId="{B86D5F70-BCED-4C42-BAD8-6F1419580597}" dt="2020-04-01T08:50:14.300" v="1548"/>
        <pc:sldMkLst>
          <pc:docMk/>
          <pc:sldMk cId="1538550212" sldId="331"/>
        </pc:sldMkLst>
        <pc:spChg chg="mod">
          <ac:chgData name="Yang Xu" userId="2ef8d03b0d59ea36" providerId="LiveId" clId="{B86D5F70-BCED-4C42-BAD8-6F1419580597}" dt="2020-04-01T08:43:24.007" v="1013"/>
          <ac:spMkLst>
            <pc:docMk/>
            <pc:sldMk cId="1538550212" sldId="331"/>
            <ac:spMk id="2" creationId="{7A92E9F4-B9DB-4B7D-A679-D26B0B84149A}"/>
          </ac:spMkLst>
        </pc:spChg>
        <pc:spChg chg="mod">
          <ac:chgData name="Yang Xu" userId="2ef8d03b0d59ea36" providerId="LiveId" clId="{B86D5F70-BCED-4C42-BAD8-6F1419580597}" dt="2020-04-01T08:50:14.300" v="1548"/>
          <ac:spMkLst>
            <pc:docMk/>
            <pc:sldMk cId="1538550212" sldId="331"/>
            <ac:spMk id="3" creationId="{F5EEE9FE-0A86-4F7A-ACA4-E7513F112E50}"/>
          </ac:spMkLst>
        </pc:spChg>
      </pc:sldChg>
      <pc:sldChg chg="modSp add mod">
        <pc:chgData name="Yang Xu" userId="2ef8d03b0d59ea36" providerId="LiveId" clId="{B86D5F70-BCED-4C42-BAD8-6F1419580597}" dt="2020-04-01T09:08:16.293" v="2266" actId="21"/>
        <pc:sldMkLst>
          <pc:docMk/>
          <pc:sldMk cId="3783204171" sldId="332"/>
        </pc:sldMkLst>
        <pc:spChg chg="mod">
          <ac:chgData name="Yang Xu" userId="2ef8d03b0d59ea36" providerId="LiveId" clId="{B86D5F70-BCED-4C42-BAD8-6F1419580597}" dt="2020-04-01T09:04:09.691" v="1689"/>
          <ac:spMkLst>
            <pc:docMk/>
            <pc:sldMk cId="3783204171" sldId="332"/>
            <ac:spMk id="2" creationId="{C7B0519E-3BE6-4BBC-8BE0-7538917D607E}"/>
          </ac:spMkLst>
        </pc:spChg>
        <pc:spChg chg="mod">
          <ac:chgData name="Yang Xu" userId="2ef8d03b0d59ea36" providerId="LiveId" clId="{B86D5F70-BCED-4C42-BAD8-6F1419580597}" dt="2020-04-01T09:08:16.293" v="2266" actId="21"/>
          <ac:spMkLst>
            <pc:docMk/>
            <pc:sldMk cId="3783204171" sldId="332"/>
            <ac:spMk id="3" creationId="{9B85E28A-E664-4477-AACB-EFC164D14900}"/>
          </ac:spMkLst>
        </pc:spChg>
      </pc:sldChg>
      <pc:sldChg chg="modSp add mod">
        <pc:chgData name="Yang Xu" userId="2ef8d03b0d59ea36" providerId="LiveId" clId="{B86D5F70-BCED-4C42-BAD8-6F1419580597}" dt="2020-04-01T09:11:53.150" v="2635"/>
        <pc:sldMkLst>
          <pc:docMk/>
          <pc:sldMk cId="1180866610" sldId="333"/>
        </pc:sldMkLst>
        <pc:spChg chg="mod">
          <ac:chgData name="Yang Xu" userId="2ef8d03b0d59ea36" providerId="LiveId" clId="{B86D5F70-BCED-4C42-BAD8-6F1419580597}" dt="2020-04-01T09:08:09.619" v="2265"/>
          <ac:spMkLst>
            <pc:docMk/>
            <pc:sldMk cId="1180866610" sldId="333"/>
            <ac:spMk id="2" creationId="{A8001CD6-2D4B-4ACA-BCD8-7A86B9B00593}"/>
          </ac:spMkLst>
        </pc:spChg>
        <pc:spChg chg="mod">
          <ac:chgData name="Yang Xu" userId="2ef8d03b0d59ea36" providerId="LiveId" clId="{B86D5F70-BCED-4C42-BAD8-6F1419580597}" dt="2020-04-01T09:11:53.150" v="2635"/>
          <ac:spMkLst>
            <pc:docMk/>
            <pc:sldMk cId="1180866610" sldId="333"/>
            <ac:spMk id="3" creationId="{48DAE88F-7DC9-47EE-9198-1286575DF331}"/>
          </ac:spMkLst>
        </pc:spChg>
      </pc:sldChg>
      <pc:sldChg chg="modSp add mod">
        <pc:chgData name="Yang Xu" userId="2ef8d03b0d59ea36" providerId="LiveId" clId="{B86D5F70-BCED-4C42-BAD8-6F1419580597}" dt="2020-04-01T09:13:55.628" v="2955"/>
        <pc:sldMkLst>
          <pc:docMk/>
          <pc:sldMk cId="84777765" sldId="334"/>
        </pc:sldMkLst>
        <pc:spChg chg="mod">
          <ac:chgData name="Yang Xu" userId="2ef8d03b0d59ea36" providerId="LiveId" clId="{B86D5F70-BCED-4C42-BAD8-6F1419580597}" dt="2020-04-01T09:12:05.160" v="2661" actId="20577"/>
          <ac:spMkLst>
            <pc:docMk/>
            <pc:sldMk cId="84777765" sldId="334"/>
            <ac:spMk id="2" creationId="{F3354B2D-57A4-4223-8492-9143A392557B}"/>
          </ac:spMkLst>
        </pc:spChg>
        <pc:spChg chg="mod">
          <ac:chgData name="Yang Xu" userId="2ef8d03b0d59ea36" providerId="LiveId" clId="{B86D5F70-BCED-4C42-BAD8-6F1419580597}" dt="2020-04-01T09:13:55.628" v="2955"/>
          <ac:spMkLst>
            <pc:docMk/>
            <pc:sldMk cId="84777765" sldId="334"/>
            <ac:spMk id="3" creationId="{B1857240-AB0F-46DA-929E-A74F519AC372}"/>
          </ac:spMkLst>
        </pc:spChg>
      </pc:sldChg>
    </pc:docChg>
  </pc:docChgLst>
  <pc:docChgLst>
    <pc:chgData name="Yang Xu" userId="2ef8d03b0d59ea36" providerId="LiveId" clId="{216FCB6F-76EF-4B0E-A276-B294A090B2A5}"/>
    <pc:docChg chg="undo custSel mod addSld modSld">
      <pc:chgData name="Yang Xu" userId="2ef8d03b0d59ea36" providerId="LiveId" clId="{216FCB6F-76EF-4B0E-A276-B294A090B2A5}" dt="2019-08-06T12:47:05.922" v="3389" actId="14100"/>
      <pc:docMkLst>
        <pc:docMk/>
      </pc:docMkLst>
    </pc:docChg>
  </pc:docChgLst>
  <pc:docChgLst>
    <pc:chgData name="Yang Xu" userId="2ef8d03b0d59ea36" providerId="LiveId" clId="{F82B1D90-96EE-0247-8E50-B9ACFAA3E11B}"/>
    <pc:docChg chg="custSel mod addSld delSld modSld">
      <pc:chgData name="Yang Xu" userId="2ef8d03b0d59ea36" providerId="LiveId" clId="{F82B1D90-96EE-0247-8E50-B9ACFAA3E11B}" dt="2019-08-05T10:56:00.214" v="1089" actId="26606"/>
      <pc:docMkLst>
        <pc:docMk/>
      </pc:docMkLst>
      <pc:sldChg chg="addSp delSp modSp add">
        <pc:chgData name="Yang Xu" userId="2ef8d03b0d59ea36" providerId="LiveId" clId="{F82B1D90-96EE-0247-8E50-B9ACFAA3E11B}" dt="2019-08-05T10:32:56.375" v="51" actId="20577"/>
        <pc:sldMkLst>
          <pc:docMk/>
          <pc:sldMk cId="829867706" sldId="257"/>
        </pc:sldMkLst>
        <pc:spChg chg="mod">
          <ac:chgData name="Yang Xu" userId="2ef8d03b0d59ea36" providerId="LiveId" clId="{F82B1D90-96EE-0247-8E50-B9ACFAA3E11B}" dt="2019-08-05T10:32:56.375" v="51" actId="20577"/>
          <ac:spMkLst>
            <pc:docMk/>
            <pc:sldMk cId="829867706" sldId="257"/>
            <ac:spMk id="2" creationId="{EBEDFA64-B87F-B04B-AF1D-CC9C6350906D}"/>
          </ac:spMkLst>
        </pc:spChg>
        <pc:spChg chg="del">
          <ac:chgData name="Yang Xu" userId="2ef8d03b0d59ea36" providerId="LiveId" clId="{F82B1D90-96EE-0247-8E50-B9ACFAA3E11B}" dt="2019-08-05T10:32:38.703" v="1" actId="931"/>
          <ac:spMkLst>
            <pc:docMk/>
            <pc:sldMk cId="829867706" sldId="257"/>
            <ac:spMk id="3" creationId="{C53730DA-D6AB-0940-B1BA-A7320F9BB506}"/>
          </ac:spMkLst>
        </pc:spChg>
        <pc:spChg chg="del mod">
          <ac:chgData name="Yang Xu" userId="2ef8d03b0d59ea36" providerId="LiveId" clId="{F82B1D90-96EE-0247-8E50-B9ACFAA3E11B}" dt="2019-08-05T10:32:41.607" v="4" actId="931"/>
          <ac:spMkLst>
            <pc:docMk/>
            <pc:sldMk cId="829867706" sldId="257"/>
            <ac:spMk id="4" creationId="{A72A103B-00FE-B449-9631-2324F8396C75}"/>
          </ac:spMkLst>
        </pc:sp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8" creationId="{6E64C4F6-F624-6E40-968D-A3DB1D12D445}"/>
          </ac:picMkLst>
        </pc:picChg>
      </pc:sldChg>
      <pc:sldChg chg="modSp add">
        <pc:chgData name="Yang Xu" userId="2ef8d03b0d59ea36" providerId="LiveId" clId="{F82B1D90-96EE-0247-8E50-B9ACFAA3E11B}" dt="2019-08-05T10:37:47.122" v="692" actId="20577"/>
        <pc:sldMkLst>
          <pc:docMk/>
          <pc:sldMk cId="3976345311" sldId="258"/>
        </pc:sldMkLst>
        <pc:spChg chg="mod">
          <ac:chgData name="Yang Xu" userId="2ef8d03b0d59ea36" providerId="LiveId" clId="{F82B1D90-96EE-0247-8E50-B9ACFAA3E11B}" dt="2019-08-05T10:37:47.122" v="692" actId="20577"/>
          <ac:spMkLst>
            <pc:docMk/>
            <pc:sldMk cId="3976345311" sldId="258"/>
            <ac:spMk id="2" creationId="{5F515EC8-FE1C-5E47-933D-FF543C42A87C}"/>
          </ac:spMkLst>
        </pc:spChg>
      </pc:sldChg>
    </pc:docChg>
  </pc:docChgLst>
  <pc:docChgLst>
    <pc:chgData name="Yang Xu" userId="2ef8d03b0d59ea36" providerId="LiveId" clId="{DC5C10F8-0589-4780-8D32-7FD7C97B1EBF}"/>
    <pc:docChg chg="undo custSel mod addSld modSld">
      <pc:chgData name="Yang Xu" userId="2ef8d03b0d59ea36" providerId="LiveId" clId="{DC5C10F8-0589-4780-8D32-7FD7C97B1EBF}" dt="2019-08-08T05:08:37.392" v="3506" actId="26606"/>
      <pc:docMkLst>
        <pc:docMk/>
      </pc:docMkLst>
      <pc:sldChg chg="addSp delSp modSp add mod setBg">
        <pc:chgData name="Yang Xu" userId="2ef8d03b0d59ea36" providerId="LiveId" clId="{DC5C10F8-0589-4780-8D32-7FD7C97B1EBF}" dt="2019-08-08T05:08:37.392" v="3506" actId="26606"/>
        <pc:sldMkLst>
          <pc:docMk/>
          <pc:sldMk cId="2102725928" sldId="285"/>
        </pc:sldMkLst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2" creationId="{2DC1EBB8-FFF7-4EE9-9B8C-0F3658DBC2E1}"/>
          </ac:spMkLst>
        </pc:spChg>
        <pc:spChg chg="del">
          <ac:chgData name="Yang Xu" userId="2ef8d03b0d59ea36" providerId="LiveId" clId="{DC5C10F8-0589-4780-8D32-7FD7C97B1EBF}" dt="2019-08-08T05:06:03.331" v="3473" actId="931"/>
          <ac:spMkLst>
            <pc:docMk/>
            <pc:sldMk cId="2102725928" sldId="285"/>
            <ac:spMk id="3" creationId="{E3316D2F-43EC-42A3-BE40-1CAFAE5A8323}"/>
          </ac:spMkLst>
        </pc:spChg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4" creationId="{C50764E9-8B57-43BC-B62A-D3F90FF17D5B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3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1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5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7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9" creationId="{64D236DE-BD07-488F-B236-DDEEFFF720F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3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4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5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6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7" creationId="{5F1B8348-CD6E-4561-A704-C232D9A2676D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1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2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4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5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6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0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1" creationId="{51F84177-D544-484B-840F-230FCEB946C8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2" creationId="{7BC9B9BC-356F-4894-B473-21807684EBCE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3" creationId="{CFD42E53-DE7E-4891-9F3A-A1E195E8E85A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7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8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9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0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1" creationId="{5F1B8348-CD6E-4561-A704-C232D9A2676D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5" creationId="{1996130F-9AB5-4DE9-8574-3AF891C5C172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6" creationId="{3623DEAC-F39C-45D6-86DC-1033F6429528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7" creationId="{22589B50-D615-4630-B6F7-29E99FF2C4A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8" creationId="{B87A83DF-4E7A-4A81-867E-10E29C4BD3E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9" creationId="{435515D7-4CE9-4558-BA93-E245EFB64CD4}"/>
          </ac:spMkLst>
        </pc:s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11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25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1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2" creationId="{E312DBA5-56D8-42B2-BA94-28168C2A6703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59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60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7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8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5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6" creationId="{E312DBA5-56D8-42B2-BA94-28168C2A6703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3" creationId="{166BF9EE-F7AC-4FA5-AC7E-001B3A642F75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4" creationId="{E312DBA5-56D8-42B2-BA94-28168C2A6703}"/>
          </ac:grpSpMkLst>
        </pc:grpChg>
        <pc:picChg chg="add mod ord">
          <ac:chgData name="Yang Xu" userId="2ef8d03b0d59ea36" providerId="LiveId" clId="{DC5C10F8-0589-4780-8D32-7FD7C97B1EBF}" dt="2019-08-08T05:08:37.392" v="3506" actId="26606"/>
          <ac:picMkLst>
            <pc:docMk/>
            <pc:sldMk cId="2102725928" sldId="285"/>
            <ac:picMk id="6" creationId="{2F753550-5FF5-4BFE-BAB2-D106DBBD0599}"/>
          </ac:picMkLst>
        </pc:picChg>
      </pc:sldChg>
    </pc:docChg>
  </pc:docChgLst>
  <pc:docChgLst>
    <pc:chgData name="Yang Xu" userId="2ef8d03b0d59ea36" providerId="LiveId" clId="{E32B0D6E-54B4-4C98-96DA-B017AE8103CD}"/>
    <pc:docChg chg="undo custSel addSld delSld modSld">
      <pc:chgData name="Yang Xu" userId="2ef8d03b0d59ea36" providerId="LiveId" clId="{E32B0D6E-54B4-4C98-96DA-B017AE8103CD}" dt="2019-08-16T05:16:54.047" v="6284" actId="1076"/>
      <pc:docMkLst>
        <pc:docMk/>
      </pc:docMkLst>
      <pc:sldChg chg="modSp">
        <pc:chgData name="Yang Xu" userId="2ef8d03b0d59ea36" providerId="LiveId" clId="{E32B0D6E-54B4-4C98-96DA-B017AE8103CD}" dt="2019-08-16T04:06:07.781" v="59" actId="20577"/>
        <pc:sldMkLst>
          <pc:docMk/>
          <pc:sldMk cId="3976345311" sldId="258"/>
        </pc:sldMkLst>
        <pc:spChg chg="mod">
          <ac:chgData name="Yang Xu" userId="2ef8d03b0d59ea36" providerId="LiveId" clId="{E32B0D6E-54B4-4C98-96DA-B017AE8103CD}" dt="2019-08-16T04:06:00.527" v="39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E32B0D6E-54B4-4C98-96DA-B017AE8103CD}" dt="2019-08-16T04:06:07.781" v="59" actId="20577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E32B0D6E-54B4-4C98-96DA-B017AE8103CD}" dt="2019-08-16T04:04:55.450" v="2"/>
        <pc:sldMkLst>
          <pc:docMk/>
          <pc:sldMk cId="2102725928" sldId="285"/>
        </pc:sldMkLst>
        <pc:spChg chg="mod">
          <ac:chgData name="Yang Xu" userId="2ef8d03b0d59ea36" providerId="LiveId" clId="{E32B0D6E-54B4-4C98-96DA-B017AE8103CD}" dt="2019-08-16T04:04:55.450" v="2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65FF2CD9-7DC2-4935-923D-C9AEB2717609}"/>
    <pc:docChg chg="custSel addSld modSld">
      <pc:chgData name="Yang Xu" userId="2ef8d03b0d59ea36" providerId="LiveId" clId="{65FF2CD9-7DC2-4935-923D-C9AEB2717609}" dt="2020-04-02T11:24:53.875" v="673"/>
      <pc:docMkLst>
        <pc:docMk/>
      </pc:docMkLst>
      <pc:sldChg chg="modSp add">
        <pc:chgData name="Yang Xu" userId="2ef8d03b0d59ea36" providerId="LiveId" clId="{65FF2CD9-7DC2-4935-923D-C9AEB2717609}" dt="2020-04-02T11:15:30.015" v="158"/>
        <pc:sldMkLst>
          <pc:docMk/>
          <pc:sldMk cId="811197221" sldId="335"/>
        </pc:sldMkLst>
        <pc:spChg chg="mod">
          <ac:chgData name="Yang Xu" userId="2ef8d03b0d59ea36" providerId="LiveId" clId="{65FF2CD9-7DC2-4935-923D-C9AEB2717609}" dt="2020-04-02T11:12:10.049" v="1"/>
          <ac:spMkLst>
            <pc:docMk/>
            <pc:sldMk cId="811197221" sldId="335"/>
            <ac:spMk id="2" creationId="{6326CC65-405D-472A-950B-34F1A62A7A58}"/>
          </ac:spMkLst>
        </pc:spChg>
        <pc:spChg chg="mod">
          <ac:chgData name="Yang Xu" userId="2ef8d03b0d59ea36" providerId="LiveId" clId="{65FF2CD9-7DC2-4935-923D-C9AEB2717609}" dt="2020-04-02T11:15:30.015" v="158"/>
          <ac:spMkLst>
            <pc:docMk/>
            <pc:sldMk cId="811197221" sldId="335"/>
            <ac:spMk id="3" creationId="{2140712E-B2E1-4321-8CE0-5D1B0D683287}"/>
          </ac:spMkLst>
        </pc:spChg>
      </pc:sldChg>
      <pc:sldChg chg="modSp add">
        <pc:chgData name="Yang Xu" userId="2ef8d03b0d59ea36" providerId="LiveId" clId="{65FF2CD9-7DC2-4935-923D-C9AEB2717609}" dt="2020-04-02T11:23:32.573" v="469" actId="20577"/>
        <pc:sldMkLst>
          <pc:docMk/>
          <pc:sldMk cId="3684380211" sldId="336"/>
        </pc:sldMkLst>
        <pc:spChg chg="mod">
          <ac:chgData name="Yang Xu" userId="2ef8d03b0d59ea36" providerId="LiveId" clId="{65FF2CD9-7DC2-4935-923D-C9AEB2717609}" dt="2020-04-02T11:19:41.292" v="184"/>
          <ac:spMkLst>
            <pc:docMk/>
            <pc:sldMk cId="3684380211" sldId="336"/>
            <ac:spMk id="2" creationId="{12B86D4E-6395-4838-8A04-9BF9AFC73C73}"/>
          </ac:spMkLst>
        </pc:spChg>
        <pc:spChg chg="mod">
          <ac:chgData name="Yang Xu" userId="2ef8d03b0d59ea36" providerId="LiveId" clId="{65FF2CD9-7DC2-4935-923D-C9AEB2717609}" dt="2020-04-02T11:23:32.573" v="469" actId="20577"/>
          <ac:spMkLst>
            <pc:docMk/>
            <pc:sldMk cId="3684380211" sldId="336"/>
            <ac:spMk id="3" creationId="{CBDF189B-422F-4F25-8AC2-7E5728DCB36B}"/>
          </ac:spMkLst>
        </pc:spChg>
      </pc:sldChg>
      <pc:sldChg chg="modSp add">
        <pc:chgData name="Yang Xu" userId="2ef8d03b0d59ea36" providerId="LiveId" clId="{65FF2CD9-7DC2-4935-923D-C9AEB2717609}" dt="2020-04-02T11:24:53.875" v="673"/>
        <pc:sldMkLst>
          <pc:docMk/>
          <pc:sldMk cId="3700880659" sldId="337"/>
        </pc:sldMkLst>
        <pc:spChg chg="mod">
          <ac:chgData name="Yang Xu" userId="2ef8d03b0d59ea36" providerId="LiveId" clId="{65FF2CD9-7DC2-4935-923D-C9AEB2717609}" dt="2020-04-02T11:23:46.494" v="471"/>
          <ac:spMkLst>
            <pc:docMk/>
            <pc:sldMk cId="3700880659" sldId="337"/>
            <ac:spMk id="2" creationId="{F8C816F6-B52E-4AEE-94C5-E572CABA69CF}"/>
          </ac:spMkLst>
        </pc:spChg>
        <pc:spChg chg="mod">
          <ac:chgData name="Yang Xu" userId="2ef8d03b0d59ea36" providerId="LiveId" clId="{65FF2CD9-7DC2-4935-923D-C9AEB2717609}" dt="2020-04-02T11:24:53.875" v="673"/>
          <ac:spMkLst>
            <pc:docMk/>
            <pc:sldMk cId="3700880659" sldId="337"/>
            <ac:spMk id="3" creationId="{209F401E-25A6-466E-BDCF-CB9E4A913204}"/>
          </ac:spMkLst>
        </pc:spChg>
      </pc:sldChg>
    </pc:docChg>
  </pc:docChgLst>
  <pc:docChgLst>
    <pc:chgData name="Yang Xu" userId="2ef8d03b0d59ea36" providerId="LiveId" clId="{C82E3F23-46FE-4657-ABA6-BC48F5817C9B}"/>
    <pc:docChg chg="undo custSel mod addSld delSld modSld sldOrd">
      <pc:chgData name="Yang Xu" userId="2ef8d03b0d59ea36" providerId="LiveId" clId="{C82E3F23-46FE-4657-ABA6-BC48F5817C9B}" dt="2019-08-17T08:15:48.542" v="5462" actId="20577"/>
      <pc:docMkLst>
        <pc:docMk/>
      </pc:docMkLst>
      <pc:sldChg chg="addSp delSp modSp add">
        <pc:chgData name="Yang Xu" userId="2ef8d03b0d59ea36" providerId="LiveId" clId="{C82E3F23-46FE-4657-ABA6-BC48F5817C9B}" dt="2019-08-17T04:14:11.933" v="872" actId="20577"/>
        <pc:sldMkLst>
          <pc:docMk/>
          <pc:sldMk cId="2336253775" sldId="327"/>
        </pc:sldMkLst>
        <pc:spChg chg="mod">
          <ac:chgData name="Yang Xu" userId="2ef8d03b0d59ea36" providerId="LiveId" clId="{C82E3F23-46FE-4657-ABA6-BC48F5817C9B}" dt="2019-08-17T04:13:21.841" v="832"/>
          <ac:spMkLst>
            <pc:docMk/>
            <pc:sldMk cId="2336253775" sldId="327"/>
            <ac:spMk id="2" creationId="{A4126E9F-40E2-4EA9-95C5-42E19A861364}"/>
          </ac:spMkLst>
        </pc:spChg>
        <pc:spChg chg="mod">
          <ac:chgData name="Yang Xu" userId="2ef8d03b0d59ea36" providerId="LiveId" clId="{C82E3F23-46FE-4657-ABA6-BC48F5817C9B}" dt="2019-08-17T04:14:11.933" v="872" actId="20577"/>
          <ac:spMkLst>
            <pc:docMk/>
            <pc:sldMk cId="2336253775" sldId="327"/>
            <ac:spMk id="3" creationId="{28F4BEFD-5D02-482A-AE34-7C5BB2404655}"/>
          </ac:spMkLst>
        </pc:spChg>
        <pc:spChg chg="del">
          <ac:chgData name="Yang Xu" userId="2ef8d03b0d59ea36" providerId="LiveId" clId="{C82E3F23-46FE-4657-ABA6-BC48F5817C9B}" dt="2019-08-17T04:13:26.819" v="833"/>
          <ac:spMkLst>
            <pc:docMk/>
            <pc:sldMk cId="2336253775" sldId="327"/>
            <ac:spMk id="4" creationId="{A4CB1632-B22A-4C62-9595-27218B9D9FB2}"/>
          </ac:spMkLst>
        </pc:spChg>
        <pc:spChg chg="mod">
          <ac:chgData name="Yang Xu" userId="2ef8d03b0d59ea36" providerId="LiveId" clId="{C82E3F23-46FE-4657-ABA6-BC48F5817C9B}" dt="2019-08-17T04:14:04.017" v="869" actId="20577"/>
          <ac:spMkLst>
            <pc:docMk/>
            <pc:sldMk cId="2336253775" sldId="327"/>
            <ac:spMk id="5" creationId="{112FC7A6-A8B2-4B47-BEC4-8C6884A94EBF}"/>
          </ac:spMkLst>
        </pc:spChg>
        <pc:spChg chg="del">
          <ac:chgData name="Yang Xu" userId="2ef8d03b0d59ea36" providerId="LiveId" clId="{C82E3F23-46FE-4657-ABA6-BC48F5817C9B}" dt="2019-08-17T04:13:53.830" v="868" actId="931"/>
          <ac:spMkLst>
            <pc:docMk/>
            <pc:sldMk cId="2336253775" sldId="327"/>
            <ac:spMk id="6" creationId="{9FCBFCEB-0C79-4611-9767-15723C6BC878}"/>
          </ac:spMkLst>
        </pc:spChg>
        <pc:picChg chg="add">
          <ac:chgData name="Yang Xu" userId="2ef8d03b0d59ea36" providerId="LiveId" clId="{C82E3F23-46FE-4657-ABA6-BC48F5817C9B}" dt="2019-08-17T04:13:26.819" v="833"/>
          <ac:picMkLst>
            <pc:docMk/>
            <pc:sldMk cId="2336253775" sldId="327"/>
            <ac:picMk id="7" creationId="{2FA49ADD-99EF-4456-9C8D-7EE541F0997C}"/>
          </ac:picMkLst>
        </pc:picChg>
        <pc:picChg chg="add mod">
          <ac:chgData name="Yang Xu" userId="2ef8d03b0d59ea36" providerId="LiveId" clId="{C82E3F23-46FE-4657-ABA6-BC48F5817C9B}" dt="2019-08-17T04:13:53.830" v="868" actId="931"/>
          <ac:picMkLst>
            <pc:docMk/>
            <pc:sldMk cId="2336253775" sldId="327"/>
            <ac:picMk id="9" creationId="{7392EEA6-8324-4448-B4DF-77D6745539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1EC4-85C2-0842-AC48-6260BBD49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zh-CN" altLang="en-US" dirty="0"/>
              <a:t>第四章 进阶特性</a:t>
            </a:r>
            <a:br>
              <a:rPr lang="en-US" altLang="zh-CN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1C9B-6218-4845-B198-0674AE34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杨旭</a:t>
            </a:r>
            <a:endParaRPr lang="en-US" dirty="0"/>
          </a:p>
        </p:txBody>
      </p:sp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C196DDB-C0FA-024D-9869-9490EBB3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727" y="4777381"/>
            <a:ext cx="1154112" cy="1154112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03ACD9E6-1759-7D46-91D6-4C69D82F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39" y="4777379"/>
            <a:ext cx="2885280" cy="115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A64-B87F-B04B-AF1D-CC9C6350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公众号 和 习题小程序</a:t>
            </a:r>
            <a:endParaRPr lang="en-US" dirty="0"/>
          </a:p>
        </p:txBody>
      </p:sp>
      <p:pic>
        <p:nvPicPr>
          <p:cNvPr id="6" name="Content Placeholder 5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3304BFA1-7E8C-FD4F-9FFF-3B6AC2024A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56706" y="2133600"/>
            <a:ext cx="3778250" cy="377825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64C4F6-F624-6E40-968D-A3DB1D12D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58869" y="2125663"/>
            <a:ext cx="3778250" cy="3778250"/>
          </a:xfrm>
        </p:spPr>
      </p:pic>
    </p:spTree>
    <p:extLst>
      <p:ext uri="{BB962C8B-B14F-4D97-AF65-F5344CB8AC3E}">
        <p14:creationId xmlns:p14="http://schemas.microsoft.com/office/powerpoint/2010/main" val="82986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5EC8-FE1C-5E47-933D-FF543C42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TUPLE</a:t>
            </a:r>
            <a:r>
              <a:rPr lang="zh-CN" altLang="en-US" dirty="0"/>
              <a:t>（</a:t>
            </a:r>
            <a:r>
              <a:rPr lang="en-US" altLang="zh-CN" dirty="0"/>
              <a:t>C# 7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D944-F5C5-164C-9D72-4739E1507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BF9A-4EE7-41E4-9A3F-EBDB4171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Tuple</a:t>
            </a:r>
            <a:r>
              <a:rPr lang="zh-CN" altLang="en-US" dirty="0"/>
              <a:t>的意义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BC4B-624B-4322-B58A-EC8D9FBB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Tuple</a:t>
            </a:r>
            <a:r>
              <a:rPr lang="zh-CN" altLang="en-US" dirty="0"/>
              <a:t>提供了简单的方式来存储一组数据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Tuple</a:t>
            </a:r>
            <a:r>
              <a:rPr lang="zh-CN" altLang="en-US" dirty="0"/>
              <a:t>的主要目的是从方法安全的返回多个值，而且无需使用</a:t>
            </a:r>
            <a:r>
              <a:rPr lang="en-US" altLang="zh-CN" dirty="0"/>
              <a:t>out</a:t>
            </a:r>
            <a:r>
              <a:rPr lang="zh-CN" altLang="en-US" dirty="0"/>
              <a:t>参数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C# 7</a:t>
            </a:r>
            <a:r>
              <a:rPr lang="zh-CN" altLang="en-US" dirty="0"/>
              <a:t>的</a:t>
            </a:r>
            <a:r>
              <a:rPr lang="en-US" altLang="zh-CN" dirty="0"/>
              <a:t>Tuple</a:t>
            </a:r>
            <a:r>
              <a:rPr lang="zh-CN" altLang="en-US" dirty="0"/>
              <a:t>主要是依赖于一组支撑它的</a:t>
            </a:r>
            <a:r>
              <a:rPr lang="en-US" altLang="zh-CN" dirty="0"/>
              <a:t>struct</a:t>
            </a:r>
            <a:r>
              <a:rPr lang="zh-CN" altLang="en-US" dirty="0"/>
              <a:t>，叫做</a:t>
            </a:r>
            <a:r>
              <a:rPr lang="en-US" altLang="zh-CN" dirty="0" err="1"/>
              <a:t>System.ValueTuple</a:t>
            </a:r>
            <a:r>
              <a:rPr lang="en-US" altLang="zh-CN" dirty="0"/>
              <a:t>&lt;&gt;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98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013F-EFED-4575-BBA0-08A71B07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Tuple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AC57-D763-48DC-9EC9-D8AB5698F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tuple</a:t>
            </a:r>
            <a:r>
              <a:rPr lang="zh-CN" altLang="en-US" dirty="0"/>
              <a:t>字面值最简单的方式就是在小括号里列出所有的值。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/>
              <a:t>xx.Item1, xx.Item2</a:t>
            </a:r>
            <a:r>
              <a:rPr lang="zh-CN" altLang="en-US" dirty="0"/>
              <a:t>来引用</a:t>
            </a:r>
            <a:r>
              <a:rPr lang="en-US" altLang="zh-CN" dirty="0"/>
              <a:t>tuple</a:t>
            </a:r>
            <a:r>
              <a:rPr lang="zh-CN" altLang="en-US" dirty="0"/>
              <a:t>里面的未命名元素。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Tuple</a:t>
            </a:r>
            <a:r>
              <a:rPr lang="zh-CN" altLang="en-US" dirty="0"/>
              <a:t>是值类型，其元素是可变的（可读写）</a:t>
            </a:r>
            <a:endParaRPr lang="en-US" altLang="zh-CN" dirty="0"/>
          </a:p>
          <a:p>
            <a:r>
              <a:rPr lang="zh-CN" altLang="en-US" dirty="0"/>
              <a:t>你可以明确的指定</a:t>
            </a:r>
            <a:r>
              <a:rPr lang="en-US" altLang="zh-CN" dirty="0"/>
              <a:t>Tuple</a:t>
            </a:r>
            <a:r>
              <a:rPr lang="zh-CN" altLang="en-US" dirty="0"/>
              <a:t>的类型</a:t>
            </a:r>
            <a:endParaRPr lang="en-US" altLang="zh-CN" dirty="0"/>
          </a:p>
          <a:p>
            <a:pPr lvl="1"/>
            <a:r>
              <a:rPr lang="zh-CN" altLang="en-US" dirty="0"/>
              <a:t>只需要在小括号里列出每个元素的类型即可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可以从方法返回</a:t>
            </a:r>
            <a:r>
              <a:rPr lang="en-US" altLang="zh-CN" dirty="0"/>
              <a:t>Tuple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en-US" altLang="zh-CN" dirty="0"/>
              <a:t>Tuple</a:t>
            </a:r>
            <a:r>
              <a:rPr lang="zh-CN" altLang="en-US" dirty="0"/>
              <a:t>可以和泛型很好的共存。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E9F4-B9DB-4B7D-A679-D26B0B84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Tuple</a:t>
            </a:r>
            <a:r>
              <a:rPr lang="zh-CN" altLang="en-US" dirty="0"/>
              <a:t>元素命名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E9FE-0A86-4F7A-ACA4-E7513F11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在创建</a:t>
            </a:r>
            <a:r>
              <a:rPr lang="en-US" altLang="zh-CN" dirty="0"/>
              <a:t>Tuple</a:t>
            </a:r>
            <a:r>
              <a:rPr lang="zh-CN" altLang="en-US" dirty="0"/>
              <a:t>字面值的时候，你可以给元素一个有意义的名字。</a:t>
            </a:r>
            <a:endParaRPr lang="en-US" altLang="zh-CN" dirty="0"/>
          </a:p>
          <a:p>
            <a:r>
              <a:rPr lang="zh-CN" altLang="en-US" dirty="0"/>
              <a:t>在指定</a:t>
            </a:r>
            <a:r>
              <a:rPr lang="en-US" altLang="zh-CN" dirty="0"/>
              <a:t>Tuple</a:t>
            </a:r>
            <a:r>
              <a:rPr lang="zh-CN" altLang="en-US" dirty="0"/>
              <a:t>类型的时候，也可以给元素起名。</a:t>
            </a:r>
            <a:endParaRPr lang="en-US" altLang="zh-CN" dirty="0"/>
          </a:p>
          <a:p>
            <a:r>
              <a:rPr lang="zh-CN" altLang="en-US" dirty="0"/>
              <a:t>仍然可以通过</a:t>
            </a:r>
            <a:r>
              <a:rPr lang="en-US" altLang="zh-CN" dirty="0"/>
              <a:t>Item1</a:t>
            </a:r>
            <a:r>
              <a:rPr lang="zh-CN" altLang="en-US" dirty="0"/>
              <a:t>，</a:t>
            </a:r>
            <a:r>
              <a:rPr lang="en-US" altLang="zh-CN" dirty="0"/>
              <a:t>Item2</a:t>
            </a:r>
            <a:r>
              <a:rPr lang="zh-CN" altLang="en-US" dirty="0"/>
              <a:t>来引用元素（</a:t>
            </a:r>
            <a:r>
              <a:rPr lang="en-US" altLang="zh-CN" dirty="0"/>
              <a:t>VS</a:t>
            </a:r>
            <a:r>
              <a:rPr lang="zh-CN" altLang="en-US" dirty="0"/>
              <a:t>没有智能提示）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如果两个</a:t>
            </a:r>
            <a:r>
              <a:rPr lang="en-US" altLang="zh-CN" dirty="0"/>
              <a:t>Tuple</a:t>
            </a:r>
            <a:r>
              <a:rPr lang="zh-CN" altLang="en-US" dirty="0"/>
              <a:t>的元素类型、顺序都一致（元素名没关系），那么两个</a:t>
            </a:r>
            <a:r>
              <a:rPr lang="en-US" altLang="zh-CN" dirty="0"/>
              <a:t>Tuple</a:t>
            </a:r>
            <a:r>
              <a:rPr lang="zh-CN" altLang="en-US" dirty="0"/>
              <a:t>的类型就是兼容的。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5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519E-3BE6-4BBC-8BE0-7538917D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类型擦除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5E28A-E664-4477-AACB-EFC164D14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C#</a:t>
            </a:r>
            <a:r>
              <a:rPr lang="zh-CN" altLang="en-US" dirty="0"/>
              <a:t>使用了一组现存的泛型</a:t>
            </a:r>
            <a:r>
              <a:rPr lang="en-US" altLang="zh-CN" dirty="0"/>
              <a:t>struct</a:t>
            </a:r>
            <a:r>
              <a:rPr lang="zh-CN" altLang="en-US" dirty="0"/>
              <a:t>来处理</a:t>
            </a:r>
            <a:r>
              <a:rPr lang="en-US" altLang="zh-CN" dirty="0"/>
              <a:t>Tuple</a:t>
            </a:r>
          </a:p>
          <a:p>
            <a:pPr lvl="1"/>
            <a:r>
              <a:rPr lang="en-US" dirty="0"/>
              <a:t>public struct </a:t>
            </a:r>
            <a:r>
              <a:rPr lang="en-US" dirty="0" err="1"/>
              <a:t>ValueTuple</a:t>
            </a:r>
            <a:r>
              <a:rPr lang="en-US" dirty="0"/>
              <a:t>&lt;T1&gt;</a:t>
            </a:r>
          </a:p>
          <a:p>
            <a:pPr lvl="1"/>
            <a:r>
              <a:rPr lang="fr-FR" dirty="0"/>
              <a:t>public </a:t>
            </a:r>
            <a:r>
              <a:rPr lang="fr-FR" dirty="0" err="1"/>
              <a:t>struct</a:t>
            </a:r>
            <a:r>
              <a:rPr lang="fr-FR" dirty="0"/>
              <a:t> </a:t>
            </a:r>
            <a:r>
              <a:rPr lang="fr-FR" dirty="0" err="1"/>
              <a:t>ValueTuple</a:t>
            </a:r>
            <a:r>
              <a:rPr lang="fr-FR" dirty="0"/>
              <a:t>&lt;T1,T2&gt;</a:t>
            </a:r>
          </a:p>
          <a:p>
            <a:pPr lvl="1"/>
            <a:r>
              <a:rPr lang="fr-FR" dirty="0"/>
              <a:t>public </a:t>
            </a:r>
            <a:r>
              <a:rPr lang="fr-FR" dirty="0" err="1"/>
              <a:t>struct</a:t>
            </a:r>
            <a:r>
              <a:rPr lang="fr-FR" dirty="0"/>
              <a:t> </a:t>
            </a:r>
            <a:r>
              <a:rPr lang="fr-FR" dirty="0" err="1"/>
              <a:t>ValueTuple</a:t>
            </a:r>
            <a:r>
              <a:rPr lang="fr-FR" dirty="0"/>
              <a:t>&lt;T1,T2,T3&gt;</a:t>
            </a:r>
          </a:p>
          <a:p>
            <a:pPr lvl="1"/>
            <a:r>
              <a:rPr lang="en-US" dirty="0"/>
              <a:t>...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 err="1"/>
              <a:t>ValueTuple</a:t>
            </a:r>
            <a:r>
              <a:rPr lang="en-US" altLang="zh-CN" dirty="0"/>
              <a:t>&lt;&gt; struct</a:t>
            </a:r>
            <a:r>
              <a:rPr lang="zh-CN" altLang="en-US" dirty="0"/>
              <a:t>都有</a:t>
            </a:r>
            <a:r>
              <a:rPr lang="en-US" altLang="zh-CN" dirty="0"/>
              <a:t>Item1</a:t>
            </a:r>
            <a:r>
              <a:rPr lang="zh-CN" altLang="en-US" dirty="0"/>
              <a:t>，</a:t>
            </a:r>
            <a:r>
              <a:rPr lang="en-US" altLang="zh-CN" dirty="0"/>
              <a:t>Item2…</a:t>
            </a:r>
            <a:r>
              <a:rPr lang="zh-CN" altLang="en-US" dirty="0"/>
              <a:t>等字段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83204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1CD6-2D4B-4ACA-BCD8-7A86B9B0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类型擦除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E88F-7DC9-47EE-9198-1286575DF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所以</a:t>
            </a:r>
            <a:r>
              <a:rPr lang="en-US" altLang="zh-CN" dirty="0"/>
              <a:t>(string, int) </a:t>
            </a:r>
            <a:r>
              <a:rPr lang="zh-CN" altLang="en-US" dirty="0"/>
              <a:t>就是 </a:t>
            </a:r>
            <a:r>
              <a:rPr lang="en-US" altLang="zh-CN" dirty="0" err="1"/>
              <a:t>V</a:t>
            </a:r>
            <a:r>
              <a:rPr lang="en-US" dirty="0" err="1"/>
              <a:t>alueTuple</a:t>
            </a:r>
            <a:r>
              <a:rPr lang="en-US" dirty="0"/>
              <a:t>&lt;</a:t>
            </a:r>
            <a:r>
              <a:rPr lang="en-US" dirty="0" err="1"/>
              <a:t>string,int</a:t>
            </a:r>
            <a:r>
              <a:rPr lang="en-US" dirty="0"/>
              <a:t>&gt;</a:t>
            </a:r>
            <a:r>
              <a:rPr lang="zh-CN" altLang="en-US" dirty="0"/>
              <a:t>的一个别名而已</a:t>
            </a:r>
            <a:endParaRPr lang="en-US" altLang="zh-CN" dirty="0"/>
          </a:p>
          <a:p>
            <a:pPr lvl="1"/>
            <a:r>
              <a:rPr lang="zh-CN" altLang="en-US" dirty="0"/>
              <a:t>在底层类型里命名的元素没有对应的属性名</a:t>
            </a:r>
            <a:endParaRPr lang="en-US" altLang="zh-CN" dirty="0"/>
          </a:p>
          <a:p>
            <a:pPr lvl="1"/>
            <a:r>
              <a:rPr lang="zh-CN" altLang="en-US" dirty="0"/>
              <a:t>元素名仅仅存在于源代码和编译器的想象中。</a:t>
            </a:r>
            <a:endParaRPr lang="en-US" altLang="zh-CN" dirty="0"/>
          </a:p>
          <a:p>
            <a:r>
              <a:rPr lang="zh-CN" altLang="en-US" dirty="0"/>
              <a:t>在运行时，大部分元素名都会消失</a:t>
            </a:r>
            <a:endParaRPr lang="en-US" dirty="0"/>
          </a:p>
          <a:p>
            <a:r>
              <a:rPr lang="zh-CN" altLang="en-US" dirty="0"/>
              <a:t>针对返回命名</a:t>
            </a:r>
            <a:r>
              <a:rPr lang="en-US" altLang="zh-CN" dirty="0"/>
              <a:t>Tuple</a:t>
            </a:r>
            <a:r>
              <a:rPr lang="zh-CN" altLang="en-US" dirty="0"/>
              <a:t>的方法</a:t>
            </a:r>
            <a:r>
              <a:rPr lang="en-US" altLang="zh-CN" dirty="0"/>
              <a:t>/</a:t>
            </a:r>
            <a:r>
              <a:rPr lang="zh-CN" altLang="en-US" dirty="0"/>
              <a:t>属性，编译器会通过在成员的返回类型上使用</a:t>
            </a:r>
            <a:r>
              <a:rPr lang="en-US" dirty="0" err="1"/>
              <a:t>TupleElementNamesAttribute</a:t>
            </a:r>
            <a:r>
              <a:rPr lang="zh-CN" altLang="en-US" dirty="0"/>
              <a:t>，来释放出元素名。</a:t>
            </a:r>
            <a:endParaRPr lang="en-US" altLang="zh-CN" dirty="0"/>
          </a:p>
          <a:p>
            <a:pPr lvl="1"/>
            <a:r>
              <a:rPr lang="zh-CN" altLang="en-US" dirty="0"/>
              <a:t>允许在其它的</a:t>
            </a:r>
            <a:r>
              <a:rPr lang="en-US" altLang="zh-CN" dirty="0"/>
              <a:t>Assembly</a:t>
            </a:r>
            <a:r>
              <a:rPr lang="zh-CN" altLang="en-US" dirty="0"/>
              <a:t>里面调用方法时可以使用命名元素。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86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4B2D-57A4-4223-8492-9143A392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ValueTuple.Create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57240-AB0F-46DA-929E-A74F519AC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可以使用</a:t>
            </a:r>
            <a:r>
              <a:rPr lang="en-US" altLang="zh-CN" dirty="0" err="1"/>
              <a:t>ValueTuple</a:t>
            </a:r>
            <a:r>
              <a:rPr lang="zh-CN" altLang="en-US" dirty="0"/>
              <a:t>（非泛型）类型上的工厂方法来创建</a:t>
            </a:r>
            <a:r>
              <a:rPr lang="en-US" altLang="zh-CN" dirty="0"/>
              <a:t>Tuple</a:t>
            </a:r>
          </a:p>
          <a:p>
            <a:r>
              <a:rPr lang="zh-CN" altLang="en-US"/>
              <a:t>命名元素不可以通过这种方式创建，因为元素命名依赖于编译器的一些骚操作。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CC65-405D-472A-950B-34F1A62A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Deconstructing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712E-B2E1-4321-8CE0-5D1B0D683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 </a:t>
            </a:r>
            <a:r>
              <a:rPr lang="zh-CN" altLang="en-US" dirty="0"/>
              <a:t>隐式的支持 </a:t>
            </a:r>
            <a:r>
              <a:rPr lang="en-US" altLang="zh-CN" dirty="0"/>
              <a:t>Deconstruction </a:t>
            </a:r>
            <a:r>
              <a:rPr lang="zh-CN" altLang="en-US" dirty="0"/>
              <a:t>模式，你可以很简单的将</a:t>
            </a:r>
            <a:r>
              <a:rPr lang="en-US" altLang="zh-CN" dirty="0"/>
              <a:t>Tuple deconstruct </a:t>
            </a:r>
            <a:r>
              <a:rPr lang="zh-CN" altLang="en-US" dirty="0"/>
              <a:t>为多个变量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197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6D4E-6395-4838-8A04-9BF9AFC7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相等性比较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F189B-422F-4F25-8AC2-7E5728DC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ValueTuple</a:t>
            </a:r>
            <a:r>
              <a:rPr lang="en-US" altLang="zh-CN" dirty="0"/>
              <a:t>&lt;&gt; </a:t>
            </a:r>
            <a:r>
              <a:rPr lang="zh-CN" altLang="en-US" dirty="0"/>
              <a:t>也重写了 </a:t>
            </a:r>
            <a:r>
              <a:rPr lang="en-US" altLang="zh-CN" dirty="0"/>
              <a:t>Equals </a:t>
            </a:r>
            <a:r>
              <a:rPr lang="zh-CN" altLang="en-US" dirty="0"/>
              <a:t>方法，让比较更有意义</a:t>
            </a:r>
            <a:endParaRPr lang="en-US" dirty="0"/>
          </a:p>
          <a:p>
            <a:r>
              <a:rPr lang="zh-CN" altLang="en-US" dirty="0"/>
              <a:t>通过例子可以看出，</a:t>
            </a:r>
            <a:r>
              <a:rPr lang="en-US" altLang="zh-CN" dirty="0"/>
              <a:t>Tuple </a:t>
            </a:r>
            <a:r>
              <a:rPr lang="zh-CN" altLang="en-US" dirty="0"/>
              <a:t>可以作为</a:t>
            </a:r>
            <a:r>
              <a:rPr lang="en-US" altLang="zh-CN" dirty="0"/>
              <a:t>Dictionary</a:t>
            </a:r>
            <a:r>
              <a:rPr lang="zh-CN" altLang="en-US" dirty="0"/>
              <a:t>的</a:t>
            </a:r>
            <a:r>
              <a:rPr lang="en-US" altLang="zh-CN" dirty="0"/>
              <a:t>Key</a:t>
            </a:r>
            <a:endParaRPr lang="en-US" dirty="0"/>
          </a:p>
          <a:p>
            <a:r>
              <a:rPr lang="en-US" altLang="zh-CN" dirty="0"/>
              <a:t>Tuple</a:t>
            </a:r>
            <a:r>
              <a:rPr lang="zh-CN" altLang="en-US" dirty="0"/>
              <a:t>也实现了 </a:t>
            </a:r>
            <a:r>
              <a:rPr lang="en-US" altLang="zh-CN" dirty="0" err="1"/>
              <a:t>IComparable</a:t>
            </a:r>
            <a:r>
              <a:rPr lang="zh-CN" altLang="en-US" dirty="0"/>
              <a:t>接口，所以</a:t>
            </a:r>
            <a:r>
              <a:rPr lang="en-US" altLang="zh-CN" dirty="0"/>
              <a:t>Tuple</a:t>
            </a:r>
            <a:r>
              <a:rPr lang="zh-CN" altLang="en-US" dirty="0"/>
              <a:t>也可以作为排序的</a:t>
            </a:r>
            <a:r>
              <a:rPr lang="en-US" altLang="zh-CN" dirty="0"/>
              <a:t>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8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16F6-B52E-4AEE-94C5-E572CABA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System.Tuple</a:t>
            </a:r>
            <a:r>
              <a:rPr lang="en-US" dirty="0"/>
              <a:t>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401E-25A6-466E-BDCF-CB9E4A91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System</a:t>
            </a:r>
            <a:r>
              <a:rPr lang="zh-CN" altLang="en-US" dirty="0"/>
              <a:t>命名空间下还有一族泛型类叫做</a:t>
            </a:r>
            <a:r>
              <a:rPr lang="en-US" altLang="zh-CN" dirty="0"/>
              <a:t>Tuple</a:t>
            </a:r>
            <a:r>
              <a:rPr lang="zh-CN" altLang="en-US" dirty="0"/>
              <a:t>（而不是</a:t>
            </a:r>
            <a:r>
              <a:rPr lang="en-US" altLang="zh-CN" dirty="0" err="1"/>
              <a:t>ValueTuple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dirty="0"/>
              <a:t>.NET Framework 4.0 </a:t>
            </a:r>
            <a:r>
              <a:rPr lang="zh-CN" altLang="en-US" dirty="0"/>
              <a:t>引入的</a:t>
            </a:r>
            <a:r>
              <a:rPr lang="en-US" altLang="zh-CN" dirty="0"/>
              <a:t>class</a:t>
            </a:r>
          </a:p>
          <a:p>
            <a:pPr lvl="1"/>
            <a:r>
              <a:rPr lang="zh-CN" altLang="en-US" dirty="0"/>
              <a:t>而</a:t>
            </a:r>
            <a:r>
              <a:rPr lang="en-US" altLang="zh-CN" dirty="0" err="1"/>
              <a:t>ValueTuple</a:t>
            </a:r>
            <a:r>
              <a:rPr lang="zh-CN" altLang="en-US" dirty="0"/>
              <a:t>是</a:t>
            </a:r>
            <a:r>
              <a:rPr lang="en-US" altLang="zh-CN"/>
              <a:t>struct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80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4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5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7" name="Rectangle 42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44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1EBB8-FFF7-4EE9-9B8C-0F3658D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528046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000">
                <a:solidFill>
                  <a:srgbClr val="FEFFFF"/>
                </a:solidFill>
              </a:rPr>
              <a:t>谢谢！</a:t>
            </a:r>
            <a:endParaRPr lang="en-US" sz="4000">
              <a:solidFill>
                <a:srgbClr val="FEFFFF"/>
              </a:solidFill>
            </a:endParaRPr>
          </a:p>
        </p:txBody>
      </p:sp>
      <p:sp>
        <p:nvSpPr>
          <p:cNvPr id="89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764E9-8B57-43BC-B62A-D3F90FF17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279" y="5189400"/>
            <a:ext cx="5280460" cy="544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600" dirty="0">
                <a:solidFill>
                  <a:srgbClr val="FEFFFF"/>
                </a:solidFill>
              </a:rPr>
              <a:t>习题</a:t>
            </a:r>
            <a:r>
              <a:rPr lang="en-US" altLang="zh-CN" sz="1600" dirty="0">
                <a:solidFill>
                  <a:srgbClr val="FEFFFF"/>
                </a:solidFill>
              </a:rPr>
              <a:t>4.10</a:t>
            </a:r>
            <a:endParaRPr lang="en-US" sz="1600" dirty="0">
              <a:solidFill>
                <a:srgbClr val="FE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753550-5FF5-4BFE-BAB2-D106DBBD0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4745" y="1349117"/>
            <a:ext cx="4153750" cy="41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259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735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 3</vt:lpstr>
      <vt:lpstr>Wisp</vt:lpstr>
      <vt:lpstr>C# 第四章 进阶特性 </vt:lpstr>
      <vt:lpstr>公众号 和 习题小程序</vt:lpstr>
      <vt:lpstr>TUPLE（C# 7）</vt:lpstr>
      <vt:lpstr>Tuple的意义</vt:lpstr>
      <vt:lpstr>创建Tuple</vt:lpstr>
      <vt:lpstr>为Tuple元素命名</vt:lpstr>
      <vt:lpstr>类型擦除</vt:lpstr>
      <vt:lpstr>类型擦除</vt:lpstr>
      <vt:lpstr>ValueTuple.Create</vt:lpstr>
      <vt:lpstr>Deconstructing Tuples</vt:lpstr>
      <vt:lpstr>相等性比较</vt:lpstr>
      <vt:lpstr>System.Tuple Classes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第四章 进阶特性 </dc:title>
  <dc:creator>Yang Xu</dc:creator>
  <cp:lastModifiedBy>Yang Xu</cp:lastModifiedBy>
  <cp:revision>2</cp:revision>
  <dcterms:created xsi:type="dcterms:W3CDTF">2019-08-17T05:25:48Z</dcterms:created>
  <dcterms:modified xsi:type="dcterms:W3CDTF">2020-04-02T11:25:04Z</dcterms:modified>
</cp:coreProperties>
</file>