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8" r:id="rId3"/>
    <p:sldId id="259" r:id="rId4"/>
    <p:sldId id="261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AEF0F6-772F-4733-B0F5-B3EB09C96239}" v="2194" dt="2020-04-11T11:58:51.327"/>
  </p1510:revLst>
</p1510:revInfo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706" autoAdjust="0"/>
  </p:normalViewPr>
  <p:slideViewPr>
    <p:cSldViewPr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ng Xu" userId="2ef8d03b0d59ea36" providerId="LiveId" clId="{70AEF0F6-772F-4733-B0F5-B3EB09C96239}"/>
    <pc:docChg chg="undo custSel addSld delSld modSld sldOrd">
      <pc:chgData name="Yang Xu" userId="2ef8d03b0d59ea36" providerId="LiveId" clId="{70AEF0F6-772F-4733-B0F5-B3EB09C96239}" dt="2020-04-11T11:58:51.546" v="9752" actId="20577"/>
      <pc:docMkLst>
        <pc:docMk/>
      </pc:docMkLst>
      <pc:sldChg chg="addSp modSp">
        <pc:chgData name="Yang Xu" userId="2ef8d03b0d59ea36" providerId="LiveId" clId="{70AEF0F6-772F-4733-B0F5-B3EB09C96239}" dt="2020-04-11T04:50:10.286" v="435"/>
        <pc:sldMkLst>
          <pc:docMk/>
          <pc:sldMk cId="2142729111" sldId="256"/>
        </pc:sldMkLst>
        <pc:spChg chg="mod">
          <ac:chgData name="Yang Xu" userId="2ef8d03b0d59ea36" providerId="LiveId" clId="{70AEF0F6-772F-4733-B0F5-B3EB09C96239}" dt="2020-04-11T04:50:10.286" v="435"/>
          <ac:spMkLst>
            <pc:docMk/>
            <pc:sldMk cId="2142729111" sldId="256"/>
            <ac:spMk id="2" creationId="{00000000-0000-0000-0000-000000000000}"/>
          </ac:spMkLst>
        </pc:spChg>
        <pc:spChg chg="mod">
          <ac:chgData name="Yang Xu" userId="2ef8d03b0d59ea36" providerId="LiveId" clId="{70AEF0F6-772F-4733-B0F5-B3EB09C96239}" dt="2020-04-11T04:45:49.574" v="95"/>
          <ac:spMkLst>
            <pc:docMk/>
            <pc:sldMk cId="2142729111" sldId="256"/>
            <ac:spMk id="3" creationId="{00000000-0000-0000-0000-000000000000}"/>
          </ac:spMkLst>
        </pc:spChg>
        <pc:spChg chg="add mod">
          <ac:chgData name="Yang Xu" userId="2ef8d03b0d59ea36" providerId="LiveId" clId="{70AEF0F6-772F-4733-B0F5-B3EB09C96239}" dt="2020-04-11T04:47:16.957" v="192" actId="20577"/>
          <ac:spMkLst>
            <pc:docMk/>
            <pc:sldMk cId="2142729111" sldId="256"/>
            <ac:spMk id="6" creationId="{945EE189-6327-4344-9D44-53244C0AE72B}"/>
          </ac:spMkLst>
        </pc:spChg>
        <pc:picChg chg="add mod">
          <ac:chgData name="Yang Xu" userId="2ef8d03b0d59ea36" providerId="LiveId" clId="{70AEF0F6-772F-4733-B0F5-B3EB09C96239}" dt="2020-04-11T04:47:25.753" v="193" actId="1076"/>
          <ac:picMkLst>
            <pc:docMk/>
            <pc:sldMk cId="2142729111" sldId="256"/>
            <ac:picMk id="5" creationId="{A7BA8A3A-A082-4BD0-96B1-2789ABD12AA2}"/>
          </ac:picMkLst>
        </pc:picChg>
      </pc:sldChg>
      <pc:sldChg chg="del ord">
        <pc:chgData name="Yang Xu" userId="2ef8d03b0d59ea36" providerId="LiveId" clId="{70AEF0F6-772F-4733-B0F5-B3EB09C96239}" dt="2020-04-11T04:49:13.128" v="356" actId="47"/>
        <pc:sldMkLst>
          <pc:docMk/>
          <pc:sldMk cId="682195269" sldId="257"/>
        </pc:sldMkLst>
      </pc:sldChg>
      <pc:sldChg chg="addSp delSp modSp add mod modClrScheme chgLayout">
        <pc:chgData name="Yang Xu" userId="2ef8d03b0d59ea36" providerId="LiveId" clId="{70AEF0F6-772F-4733-B0F5-B3EB09C96239}" dt="2020-04-11T04:49:03.376" v="353"/>
        <pc:sldMkLst>
          <pc:docMk/>
          <pc:sldMk cId="66878628" sldId="258"/>
        </pc:sldMkLst>
        <pc:spChg chg="mod">
          <ac:chgData name="Yang Xu" userId="2ef8d03b0d59ea36" providerId="LiveId" clId="{70AEF0F6-772F-4733-B0F5-B3EB09C96239}" dt="2020-04-11T04:48:33.199" v="223" actId="26606"/>
          <ac:spMkLst>
            <pc:docMk/>
            <pc:sldMk cId="66878628" sldId="258"/>
            <ac:spMk id="2" creationId="{9585D45C-05C9-4A15-8825-1EAC55963530}"/>
          </ac:spMkLst>
        </pc:spChg>
        <pc:spChg chg="del">
          <ac:chgData name="Yang Xu" userId="2ef8d03b0d59ea36" providerId="LiveId" clId="{70AEF0F6-772F-4733-B0F5-B3EB09C96239}" dt="2020-04-11T04:48:15.651" v="197"/>
          <ac:spMkLst>
            <pc:docMk/>
            <pc:sldMk cId="66878628" sldId="258"/>
            <ac:spMk id="3" creationId="{F87B3B9B-6DBE-49B4-AAF8-1D1D852BCF73}"/>
          </ac:spMkLst>
        </pc:spChg>
        <pc:spChg chg="add mod">
          <ac:chgData name="Yang Xu" userId="2ef8d03b0d59ea36" providerId="LiveId" clId="{70AEF0F6-772F-4733-B0F5-B3EB09C96239}" dt="2020-04-11T04:49:03.376" v="353"/>
          <ac:spMkLst>
            <pc:docMk/>
            <pc:sldMk cId="66878628" sldId="258"/>
            <ac:spMk id="9" creationId="{73EEA6B5-E99A-4A96-B269-918CD6D3E22F}"/>
          </ac:spMkLst>
        </pc:spChg>
        <pc:picChg chg="add mod">
          <ac:chgData name="Yang Xu" userId="2ef8d03b0d59ea36" providerId="LiveId" clId="{70AEF0F6-772F-4733-B0F5-B3EB09C96239}" dt="2020-04-11T04:48:33.199" v="223" actId="26606"/>
          <ac:picMkLst>
            <pc:docMk/>
            <pc:sldMk cId="66878628" sldId="258"/>
            <ac:picMk id="4" creationId="{5B8F11CD-5E62-4241-B291-C8FF9F275673}"/>
          </ac:picMkLst>
        </pc:pic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1900486290" sldId="258"/>
        </pc:sldMkLst>
      </pc:sldChg>
      <pc:sldChg chg="addSp delSp modSp add">
        <pc:chgData name="Yang Xu" userId="2ef8d03b0d59ea36" providerId="LiveId" clId="{70AEF0F6-772F-4733-B0F5-B3EB09C96239}" dt="2020-04-11T04:49:59.106" v="416"/>
        <pc:sldMkLst>
          <pc:docMk/>
          <pc:sldMk cId="155401882" sldId="259"/>
        </pc:sldMkLst>
        <pc:spChg chg="mod">
          <ac:chgData name="Yang Xu" userId="2ef8d03b0d59ea36" providerId="LiveId" clId="{70AEF0F6-772F-4733-B0F5-B3EB09C96239}" dt="2020-04-11T04:49:59.106" v="416"/>
          <ac:spMkLst>
            <pc:docMk/>
            <pc:sldMk cId="155401882" sldId="259"/>
            <ac:spMk id="2" creationId="{9B7AA61C-DB95-46E8-BBF9-50A4137E9C26}"/>
          </ac:spMkLst>
        </pc:spChg>
        <pc:spChg chg="del">
          <ac:chgData name="Yang Xu" userId="2ef8d03b0d59ea36" providerId="LiveId" clId="{70AEF0F6-772F-4733-B0F5-B3EB09C96239}" dt="2020-04-11T04:49:26.350" v="358" actId="931"/>
          <ac:spMkLst>
            <pc:docMk/>
            <pc:sldMk cId="155401882" sldId="259"/>
            <ac:spMk id="3" creationId="{3AE2A537-2D23-4380-88F6-B3F258B20C4E}"/>
          </ac:spMkLst>
        </pc:spChg>
        <pc:spChg chg="del">
          <ac:chgData name="Yang Xu" userId="2ef8d03b0d59ea36" providerId="LiveId" clId="{70AEF0F6-772F-4733-B0F5-B3EB09C96239}" dt="2020-04-11T04:49:32.626" v="361" actId="931"/>
          <ac:spMkLst>
            <pc:docMk/>
            <pc:sldMk cId="155401882" sldId="259"/>
            <ac:spMk id="4" creationId="{87B6D9E8-2EE8-44E7-A88F-E56F2FE88D83}"/>
          </ac:spMkLst>
        </pc:spChg>
        <pc:spChg chg="add del mod">
          <ac:chgData name="Yang Xu" userId="2ef8d03b0d59ea36" providerId="LiveId" clId="{70AEF0F6-772F-4733-B0F5-B3EB09C96239}" dt="2020-04-11T04:49:40.835" v="365" actId="931"/>
          <ac:spMkLst>
            <pc:docMk/>
            <pc:sldMk cId="155401882" sldId="259"/>
            <ac:spMk id="10" creationId="{4FC0C509-B5BE-4BC2-8F60-D2D0E30EDD9F}"/>
          </ac:spMkLst>
        </pc:spChg>
        <pc:picChg chg="add del mod">
          <ac:chgData name="Yang Xu" userId="2ef8d03b0d59ea36" providerId="LiveId" clId="{70AEF0F6-772F-4733-B0F5-B3EB09C96239}" dt="2020-04-11T04:49:34.657" v="364" actId="478"/>
          <ac:picMkLst>
            <pc:docMk/>
            <pc:sldMk cId="155401882" sldId="259"/>
            <ac:picMk id="6" creationId="{D0C2A1AC-1AF3-4B6C-AFDD-971FFF3AF391}"/>
          </ac:picMkLst>
        </pc:picChg>
        <pc:picChg chg="add mod">
          <ac:chgData name="Yang Xu" userId="2ef8d03b0d59ea36" providerId="LiveId" clId="{70AEF0F6-772F-4733-B0F5-B3EB09C96239}" dt="2020-04-11T04:49:34.124" v="362" actId="27614"/>
          <ac:picMkLst>
            <pc:docMk/>
            <pc:sldMk cId="155401882" sldId="259"/>
            <ac:picMk id="8" creationId="{9200ADBB-FD22-40A9-99C9-5B5FB06B3A88}"/>
          </ac:picMkLst>
        </pc:picChg>
        <pc:picChg chg="add mod">
          <ac:chgData name="Yang Xu" userId="2ef8d03b0d59ea36" providerId="LiveId" clId="{70AEF0F6-772F-4733-B0F5-B3EB09C96239}" dt="2020-04-11T04:49:42.227" v="366" actId="27614"/>
          <ac:picMkLst>
            <pc:docMk/>
            <pc:sldMk cId="155401882" sldId="259"/>
            <ac:picMk id="12" creationId="{4BE7696E-54F8-4AD9-8F2F-187793E1E5E9}"/>
          </ac:picMkLst>
        </pc:pic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1180589104" sldId="259"/>
        </pc:sldMkLst>
      </pc:sldChg>
      <pc:sldChg chg="modSp add">
        <pc:chgData name="Yang Xu" userId="2ef8d03b0d59ea36" providerId="LiveId" clId="{70AEF0F6-772F-4733-B0F5-B3EB09C96239}" dt="2020-04-11T04:53:48.811" v="856"/>
        <pc:sldMkLst>
          <pc:docMk/>
          <pc:sldMk cId="2270154147" sldId="260"/>
        </pc:sldMkLst>
        <pc:spChg chg="mod">
          <ac:chgData name="Yang Xu" userId="2ef8d03b0d59ea36" providerId="LiveId" clId="{70AEF0F6-772F-4733-B0F5-B3EB09C96239}" dt="2020-04-11T04:52:00.830" v="563" actId="20577"/>
          <ac:spMkLst>
            <pc:docMk/>
            <pc:sldMk cId="2270154147" sldId="260"/>
            <ac:spMk id="2" creationId="{C8BC03BD-6A8D-4A9A-BF3C-D15AB5FAD281}"/>
          </ac:spMkLst>
        </pc:spChg>
        <pc:spChg chg="mod">
          <ac:chgData name="Yang Xu" userId="2ef8d03b0d59ea36" providerId="LiveId" clId="{70AEF0F6-772F-4733-B0F5-B3EB09C96239}" dt="2020-04-11T04:53:48.811" v="856"/>
          <ac:spMkLst>
            <pc:docMk/>
            <pc:sldMk cId="2270154147" sldId="260"/>
            <ac:spMk id="3" creationId="{2148E66D-9025-40C6-A57A-66354B0B73AE}"/>
          </ac:spMkLst>
        </pc:sp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2426022026" sldId="260"/>
        </pc:sldMkLst>
      </pc:sldChg>
      <pc:sldChg chg="modSp add ord">
        <pc:chgData name="Yang Xu" userId="2ef8d03b0d59ea36" providerId="LiveId" clId="{70AEF0F6-772F-4733-B0F5-B3EB09C96239}" dt="2020-04-11T04:51:57.868" v="557"/>
        <pc:sldMkLst>
          <pc:docMk/>
          <pc:sldMk cId="1113177642" sldId="261"/>
        </pc:sldMkLst>
        <pc:spChg chg="mod">
          <ac:chgData name="Yang Xu" userId="2ef8d03b0d59ea36" providerId="LiveId" clId="{70AEF0F6-772F-4733-B0F5-B3EB09C96239}" dt="2020-04-11T04:51:17.476" v="462"/>
          <ac:spMkLst>
            <pc:docMk/>
            <pc:sldMk cId="1113177642" sldId="261"/>
            <ac:spMk id="2" creationId="{50FDD22E-9183-4986-AB7F-64D107DB2A65}"/>
          </ac:spMkLst>
        </pc:spChg>
        <pc:spChg chg="mod">
          <ac:chgData name="Yang Xu" userId="2ef8d03b0d59ea36" providerId="LiveId" clId="{70AEF0F6-772F-4733-B0F5-B3EB09C96239}" dt="2020-04-11T04:51:53.311" v="555" actId="20577"/>
          <ac:spMkLst>
            <pc:docMk/>
            <pc:sldMk cId="1113177642" sldId="261"/>
            <ac:spMk id="3" creationId="{AB4A34B4-C55B-46CD-B3A6-C13F924CEF19}"/>
          </ac:spMkLst>
        </pc:sp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1783796071" sldId="261"/>
        </pc:sldMkLst>
      </pc:sldChg>
      <pc:sldChg chg="modSp add">
        <pc:chgData name="Yang Xu" userId="2ef8d03b0d59ea36" providerId="LiveId" clId="{70AEF0F6-772F-4733-B0F5-B3EB09C96239}" dt="2020-04-11T05:00:38.114" v="1275" actId="20577"/>
        <pc:sldMkLst>
          <pc:docMk/>
          <pc:sldMk cId="802028116" sldId="262"/>
        </pc:sldMkLst>
        <pc:spChg chg="mod">
          <ac:chgData name="Yang Xu" userId="2ef8d03b0d59ea36" providerId="LiveId" clId="{70AEF0F6-772F-4733-B0F5-B3EB09C96239}" dt="2020-04-11T04:57:36.679" v="1184"/>
          <ac:spMkLst>
            <pc:docMk/>
            <pc:sldMk cId="802028116" sldId="262"/>
            <ac:spMk id="2" creationId="{848FE792-44C5-4982-ADEF-D3E84C09CB67}"/>
          </ac:spMkLst>
        </pc:spChg>
        <pc:spChg chg="mod">
          <ac:chgData name="Yang Xu" userId="2ef8d03b0d59ea36" providerId="LiveId" clId="{70AEF0F6-772F-4733-B0F5-B3EB09C96239}" dt="2020-04-11T05:00:38.114" v="1275" actId="20577"/>
          <ac:spMkLst>
            <pc:docMk/>
            <pc:sldMk cId="802028116" sldId="262"/>
            <ac:spMk id="3" creationId="{D0C69219-3746-4E34-B74E-E8B3E7F5B2D2}"/>
          </ac:spMkLst>
        </pc:sp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3387061768" sldId="262"/>
        </pc:sldMkLst>
      </pc:sldChg>
      <pc:sldChg chg="addSp delSp modSp add mod modClrScheme chgLayout">
        <pc:chgData name="Yang Xu" userId="2ef8d03b0d59ea36" providerId="LiveId" clId="{70AEF0F6-772F-4733-B0F5-B3EB09C96239}" dt="2020-04-11T05:04:47.480" v="1566"/>
        <pc:sldMkLst>
          <pc:docMk/>
          <pc:sldMk cId="2776112674" sldId="263"/>
        </pc:sldMkLst>
        <pc:spChg chg="mod">
          <ac:chgData name="Yang Xu" userId="2ef8d03b0d59ea36" providerId="LiveId" clId="{70AEF0F6-772F-4733-B0F5-B3EB09C96239}" dt="2020-04-11T05:01:55.396" v="1341" actId="26606"/>
          <ac:spMkLst>
            <pc:docMk/>
            <pc:sldMk cId="2776112674" sldId="263"/>
            <ac:spMk id="2" creationId="{50D3332A-0B99-41EC-B4A2-60AD0532D096}"/>
          </ac:spMkLst>
        </pc:spChg>
        <pc:spChg chg="del">
          <ac:chgData name="Yang Xu" userId="2ef8d03b0d59ea36" providerId="LiveId" clId="{70AEF0F6-772F-4733-B0F5-B3EB09C96239}" dt="2020-04-11T05:01:48.359" v="1337"/>
          <ac:spMkLst>
            <pc:docMk/>
            <pc:sldMk cId="2776112674" sldId="263"/>
            <ac:spMk id="3" creationId="{F95F315C-3163-4E43-9C0B-38ECCC0F28DB}"/>
          </ac:spMkLst>
        </pc:spChg>
        <pc:spChg chg="add del mod">
          <ac:chgData name="Yang Xu" userId="2ef8d03b0d59ea36" providerId="LiveId" clId="{70AEF0F6-772F-4733-B0F5-B3EB09C96239}" dt="2020-04-11T05:01:55.396" v="1340" actId="26606"/>
          <ac:spMkLst>
            <pc:docMk/>
            <pc:sldMk cId="2776112674" sldId="263"/>
            <ac:spMk id="9" creationId="{5BDBA1BA-B008-4170-A8F9-6DF121F30CA8}"/>
          </ac:spMkLst>
        </pc:spChg>
        <pc:spChg chg="add mod">
          <ac:chgData name="Yang Xu" userId="2ef8d03b0d59ea36" providerId="LiveId" clId="{70AEF0F6-772F-4733-B0F5-B3EB09C96239}" dt="2020-04-11T05:04:47.480" v="1566"/>
          <ac:spMkLst>
            <pc:docMk/>
            <pc:sldMk cId="2776112674" sldId="263"/>
            <ac:spMk id="11" creationId="{F7B295B4-954C-49F5-A3E2-E4C71185AFC0}"/>
          </ac:spMkLst>
        </pc:spChg>
        <pc:picChg chg="add mod">
          <ac:chgData name="Yang Xu" userId="2ef8d03b0d59ea36" providerId="LiveId" clId="{70AEF0F6-772F-4733-B0F5-B3EB09C96239}" dt="2020-04-11T05:01:55.396" v="1341" actId="26606"/>
          <ac:picMkLst>
            <pc:docMk/>
            <pc:sldMk cId="2776112674" sldId="263"/>
            <ac:picMk id="4" creationId="{AB009740-C1C2-47AD-AB1F-2CF6FBBE25DE}"/>
          </ac:picMkLst>
        </pc:picChg>
        <pc:picChg chg="add mod">
          <ac:chgData name="Yang Xu" userId="2ef8d03b0d59ea36" providerId="LiveId" clId="{70AEF0F6-772F-4733-B0F5-B3EB09C96239}" dt="2020-04-11T05:02:21.981" v="1345" actId="14100"/>
          <ac:picMkLst>
            <pc:docMk/>
            <pc:sldMk cId="2776112674" sldId="263"/>
            <ac:picMk id="5" creationId="{CC4F8742-8142-4E66-ADA5-1A3D132F72E4}"/>
          </ac:picMkLst>
        </pc:pic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3440500440" sldId="263"/>
        </pc:sldMkLst>
      </pc:sldChg>
      <pc:sldChg chg="modSp add">
        <pc:chgData name="Yang Xu" userId="2ef8d03b0d59ea36" providerId="LiveId" clId="{70AEF0F6-772F-4733-B0F5-B3EB09C96239}" dt="2020-04-11T05:10:33.663" v="1831"/>
        <pc:sldMkLst>
          <pc:docMk/>
          <pc:sldMk cId="2460450151" sldId="264"/>
        </pc:sldMkLst>
        <pc:spChg chg="mod">
          <ac:chgData name="Yang Xu" userId="2ef8d03b0d59ea36" providerId="LiveId" clId="{70AEF0F6-772F-4733-B0F5-B3EB09C96239}" dt="2020-04-11T05:08:41.619" v="1574"/>
          <ac:spMkLst>
            <pc:docMk/>
            <pc:sldMk cId="2460450151" sldId="264"/>
            <ac:spMk id="2" creationId="{E2C13EF0-172F-4129-A002-0C043E954F6F}"/>
          </ac:spMkLst>
        </pc:spChg>
        <pc:spChg chg="mod">
          <ac:chgData name="Yang Xu" userId="2ef8d03b0d59ea36" providerId="LiveId" clId="{70AEF0F6-772F-4733-B0F5-B3EB09C96239}" dt="2020-04-11T05:10:33.663" v="1831"/>
          <ac:spMkLst>
            <pc:docMk/>
            <pc:sldMk cId="2460450151" sldId="264"/>
            <ac:spMk id="3" creationId="{2C7B5862-629E-41B5-A031-9F8836CC5CB3}"/>
          </ac:spMkLst>
        </pc:sp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4129439513" sldId="264"/>
        </pc:sldMkLst>
      </pc:sldChg>
      <pc:sldChg chg="modSp add">
        <pc:chgData name="Yang Xu" userId="2ef8d03b0d59ea36" providerId="LiveId" clId="{70AEF0F6-772F-4733-B0F5-B3EB09C96239}" dt="2020-04-11T05:12:04.573" v="1979"/>
        <pc:sldMkLst>
          <pc:docMk/>
          <pc:sldMk cId="310631739" sldId="265"/>
        </pc:sldMkLst>
        <pc:spChg chg="mod">
          <ac:chgData name="Yang Xu" userId="2ef8d03b0d59ea36" providerId="LiveId" clId="{70AEF0F6-772F-4733-B0F5-B3EB09C96239}" dt="2020-04-11T05:11:08.538" v="1841"/>
          <ac:spMkLst>
            <pc:docMk/>
            <pc:sldMk cId="310631739" sldId="265"/>
            <ac:spMk id="2" creationId="{58D8CF4D-D705-4690-91EB-1584C421AF2D}"/>
          </ac:spMkLst>
        </pc:spChg>
        <pc:spChg chg="mod">
          <ac:chgData name="Yang Xu" userId="2ef8d03b0d59ea36" providerId="LiveId" clId="{70AEF0F6-772F-4733-B0F5-B3EB09C96239}" dt="2020-04-11T05:12:04.573" v="1979"/>
          <ac:spMkLst>
            <pc:docMk/>
            <pc:sldMk cId="310631739" sldId="265"/>
            <ac:spMk id="3" creationId="{A62FFB99-3890-4ED0-A8B3-C90F833593C0}"/>
          </ac:spMkLst>
        </pc:spChg>
      </pc:sldChg>
      <pc:sldChg chg="del">
        <pc:chgData name="Yang Xu" userId="2ef8d03b0d59ea36" providerId="LiveId" clId="{70AEF0F6-772F-4733-B0F5-B3EB09C96239}" dt="2020-04-11T04:47:37.265" v="194" actId="47"/>
        <pc:sldMkLst>
          <pc:docMk/>
          <pc:sldMk cId="1827431122" sldId="265"/>
        </pc:sldMkLst>
      </pc:sldChg>
      <pc:sldChg chg="del">
        <pc:chgData name="Yang Xu" userId="2ef8d03b0d59ea36" providerId="LiveId" clId="{70AEF0F6-772F-4733-B0F5-B3EB09C96239}" dt="2020-04-11T04:47:39.865" v="195" actId="47"/>
        <pc:sldMkLst>
          <pc:docMk/>
          <pc:sldMk cId="2521986180" sldId="266"/>
        </pc:sldMkLst>
      </pc:sldChg>
      <pc:sldChg chg="modSp add">
        <pc:chgData name="Yang Xu" userId="2ef8d03b0d59ea36" providerId="LiveId" clId="{70AEF0F6-772F-4733-B0F5-B3EB09C96239}" dt="2020-04-11T05:15:19.708" v="2428" actId="20577"/>
        <pc:sldMkLst>
          <pc:docMk/>
          <pc:sldMk cId="3476704836" sldId="266"/>
        </pc:sldMkLst>
        <pc:spChg chg="mod">
          <ac:chgData name="Yang Xu" userId="2ef8d03b0d59ea36" providerId="LiveId" clId="{70AEF0F6-772F-4733-B0F5-B3EB09C96239}" dt="2020-04-11T05:12:14.559" v="1999"/>
          <ac:spMkLst>
            <pc:docMk/>
            <pc:sldMk cId="3476704836" sldId="266"/>
            <ac:spMk id="2" creationId="{90A8A100-6509-4176-A6EC-86FFCC1AC360}"/>
          </ac:spMkLst>
        </pc:spChg>
        <pc:spChg chg="mod">
          <ac:chgData name="Yang Xu" userId="2ef8d03b0d59ea36" providerId="LiveId" clId="{70AEF0F6-772F-4733-B0F5-B3EB09C96239}" dt="2020-04-11T05:15:19.708" v="2428" actId="20577"/>
          <ac:spMkLst>
            <pc:docMk/>
            <pc:sldMk cId="3476704836" sldId="266"/>
            <ac:spMk id="3" creationId="{35ACAF73-C8F4-478D-870F-083832579C64}"/>
          </ac:spMkLst>
        </pc:spChg>
      </pc:sldChg>
      <pc:sldChg chg="modSp add">
        <pc:chgData name="Yang Xu" userId="2ef8d03b0d59ea36" providerId="LiveId" clId="{70AEF0F6-772F-4733-B0F5-B3EB09C96239}" dt="2020-04-11T05:18:00.540" v="2811"/>
        <pc:sldMkLst>
          <pc:docMk/>
          <pc:sldMk cId="93909588" sldId="267"/>
        </pc:sldMkLst>
        <pc:spChg chg="mod">
          <ac:chgData name="Yang Xu" userId="2ef8d03b0d59ea36" providerId="LiveId" clId="{70AEF0F6-772F-4733-B0F5-B3EB09C96239}" dt="2020-04-11T05:15:41.951" v="2458" actId="20577"/>
          <ac:spMkLst>
            <pc:docMk/>
            <pc:sldMk cId="93909588" sldId="267"/>
            <ac:spMk id="2" creationId="{507B1DA8-1000-4E21-86E3-CA37AACF3162}"/>
          </ac:spMkLst>
        </pc:spChg>
        <pc:spChg chg="mod">
          <ac:chgData name="Yang Xu" userId="2ef8d03b0d59ea36" providerId="LiveId" clId="{70AEF0F6-772F-4733-B0F5-B3EB09C96239}" dt="2020-04-11T05:18:00.540" v="2811"/>
          <ac:spMkLst>
            <pc:docMk/>
            <pc:sldMk cId="93909588" sldId="267"/>
            <ac:spMk id="3" creationId="{512180D6-F72B-4549-81E0-F105E3C4D531}"/>
          </ac:spMkLst>
        </pc:spChg>
      </pc:sldChg>
      <pc:sldChg chg="modSp add">
        <pc:chgData name="Yang Xu" userId="2ef8d03b0d59ea36" providerId="LiveId" clId="{70AEF0F6-772F-4733-B0F5-B3EB09C96239}" dt="2020-04-11T08:30:25.281" v="3068"/>
        <pc:sldMkLst>
          <pc:docMk/>
          <pc:sldMk cId="2244836884" sldId="268"/>
        </pc:sldMkLst>
        <pc:spChg chg="mod">
          <ac:chgData name="Yang Xu" userId="2ef8d03b0d59ea36" providerId="LiveId" clId="{70AEF0F6-772F-4733-B0F5-B3EB09C96239}" dt="2020-04-11T08:29:17.514" v="2862"/>
          <ac:spMkLst>
            <pc:docMk/>
            <pc:sldMk cId="2244836884" sldId="268"/>
            <ac:spMk id="2" creationId="{410E3BAE-87F6-404D-A494-1880131ECD16}"/>
          </ac:spMkLst>
        </pc:spChg>
        <pc:spChg chg="mod">
          <ac:chgData name="Yang Xu" userId="2ef8d03b0d59ea36" providerId="LiveId" clId="{70AEF0F6-772F-4733-B0F5-B3EB09C96239}" dt="2020-04-11T08:30:25.281" v="3068"/>
          <ac:spMkLst>
            <pc:docMk/>
            <pc:sldMk cId="2244836884" sldId="268"/>
            <ac:spMk id="3" creationId="{A997F48D-F8CB-4886-9EB9-6EF34C76691C}"/>
          </ac:spMkLst>
        </pc:spChg>
      </pc:sldChg>
      <pc:sldChg chg="modSp add">
        <pc:chgData name="Yang Xu" userId="2ef8d03b0d59ea36" providerId="LiveId" clId="{70AEF0F6-772F-4733-B0F5-B3EB09C96239}" dt="2020-04-11T08:37:48.443" v="3804" actId="21"/>
        <pc:sldMkLst>
          <pc:docMk/>
          <pc:sldMk cId="2529740347" sldId="269"/>
        </pc:sldMkLst>
        <pc:spChg chg="mod">
          <ac:chgData name="Yang Xu" userId="2ef8d03b0d59ea36" providerId="LiveId" clId="{70AEF0F6-772F-4733-B0F5-B3EB09C96239}" dt="2020-04-11T08:31:00.309" v="3108"/>
          <ac:spMkLst>
            <pc:docMk/>
            <pc:sldMk cId="2529740347" sldId="269"/>
            <ac:spMk id="2" creationId="{CD60E5F2-7843-4AC6-BE21-0C9356500AB6}"/>
          </ac:spMkLst>
        </pc:spChg>
        <pc:spChg chg="mod">
          <ac:chgData name="Yang Xu" userId="2ef8d03b0d59ea36" providerId="LiveId" clId="{70AEF0F6-772F-4733-B0F5-B3EB09C96239}" dt="2020-04-11T08:37:48.443" v="3804" actId="21"/>
          <ac:spMkLst>
            <pc:docMk/>
            <pc:sldMk cId="2529740347" sldId="269"/>
            <ac:spMk id="3" creationId="{7B616A17-8D87-4C50-B5B1-66CBF2114AA4}"/>
          </ac:spMkLst>
        </pc:spChg>
      </pc:sldChg>
      <pc:sldChg chg="modSp add">
        <pc:chgData name="Yang Xu" userId="2ef8d03b0d59ea36" providerId="LiveId" clId="{70AEF0F6-772F-4733-B0F5-B3EB09C96239}" dt="2020-04-11T08:41:47.575" v="4304"/>
        <pc:sldMkLst>
          <pc:docMk/>
          <pc:sldMk cId="699027988" sldId="270"/>
        </pc:sldMkLst>
        <pc:spChg chg="mod">
          <ac:chgData name="Yang Xu" userId="2ef8d03b0d59ea36" providerId="LiveId" clId="{70AEF0F6-772F-4733-B0F5-B3EB09C96239}" dt="2020-04-11T08:37:58.005" v="3842"/>
          <ac:spMkLst>
            <pc:docMk/>
            <pc:sldMk cId="699027988" sldId="270"/>
            <ac:spMk id="2" creationId="{AD29B3B4-E0B0-4AA3-8F46-C26A4852F1DF}"/>
          </ac:spMkLst>
        </pc:spChg>
        <pc:spChg chg="mod">
          <ac:chgData name="Yang Xu" userId="2ef8d03b0d59ea36" providerId="LiveId" clId="{70AEF0F6-772F-4733-B0F5-B3EB09C96239}" dt="2020-04-11T08:41:47.575" v="4304"/>
          <ac:spMkLst>
            <pc:docMk/>
            <pc:sldMk cId="699027988" sldId="270"/>
            <ac:spMk id="3" creationId="{EA0E121C-506B-4F4E-9005-C8FC0EC88CD4}"/>
          </ac:spMkLst>
        </pc:spChg>
      </pc:sldChg>
      <pc:sldChg chg="modSp add">
        <pc:chgData name="Yang Xu" userId="2ef8d03b0d59ea36" providerId="LiveId" clId="{70AEF0F6-772F-4733-B0F5-B3EB09C96239}" dt="2020-04-11T08:50:38.847" v="5438"/>
        <pc:sldMkLst>
          <pc:docMk/>
          <pc:sldMk cId="1413174961" sldId="271"/>
        </pc:sldMkLst>
        <pc:spChg chg="mod">
          <ac:chgData name="Yang Xu" userId="2ef8d03b0d59ea36" providerId="LiveId" clId="{70AEF0F6-772F-4733-B0F5-B3EB09C96239}" dt="2020-04-11T08:42:25.231" v="4354"/>
          <ac:spMkLst>
            <pc:docMk/>
            <pc:sldMk cId="1413174961" sldId="271"/>
            <ac:spMk id="2" creationId="{E2040DF8-AD7A-4BD6-9D65-D6873B2E22AA}"/>
          </ac:spMkLst>
        </pc:spChg>
        <pc:spChg chg="mod">
          <ac:chgData name="Yang Xu" userId="2ef8d03b0d59ea36" providerId="LiveId" clId="{70AEF0F6-772F-4733-B0F5-B3EB09C96239}" dt="2020-04-11T08:50:38.847" v="5438"/>
          <ac:spMkLst>
            <pc:docMk/>
            <pc:sldMk cId="1413174961" sldId="271"/>
            <ac:spMk id="3" creationId="{FE9185D6-5C01-4FD6-A61E-D565F3D8E40E}"/>
          </ac:spMkLst>
        </pc:spChg>
      </pc:sldChg>
      <pc:sldChg chg="modSp add">
        <pc:chgData name="Yang Xu" userId="2ef8d03b0d59ea36" providerId="LiveId" clId="{70AEF0F6-772F-4733-B0F5-B3EB09C96239}" dt="2020-04-11T08:54:36.017" v="5821" actId="14"/>
        <pc:sldMkLst>
          <pc:docMk/>
          <pc:sldMk cId="494209410" sldId="272"/>
        </pc:sldMkLst>
        <pc:spChg chg="mod">
          <ac:chgData name="Yang Xu" userId="2ef8d03b0d59ea36" providerId="LiveId" clId="{70AEF0F6-772F-4733-B0F5-B3EB09C96239}" dt="2020-04-11T08:51:00.822" v="5440"/>
          <ac:spMkLst>
            <pc:docMk/>
            <pc:sldMk cId="494209410" sldId="272"/>
            <ac:spMk id="2" creationId="{0928A2C9-C9D3-4BB8-8172-127AB28D3114}"/>
          </ac:spMkLst>
        </pc:spChg>
        <pc:spChg chg="mod">
          <ac:chgData name="Yang Xu" userId="2ef8d03b0d59ea36" providerId="LiveId" clId="{70AEF0F6-772F-4733-B0F5-B3EB09C96239}" dt="2020-04-11T08:54:36.017" v="5821" actId="14"/>
          <ac:spMkLst>
            <pc:docMk/>
            <pc:sldMk cId="494209410" sldId="272"/>
            <ac:spMk id="3" creationId="{B1407B7B-AA91-44E6-A5C8-75E8E657C805}"/>
          </ac:spMkLst>
        </pc:spChg>
      </pc:sldChg>
      <pc:sldChg chg="modSp add">
        <pc:chgData name="Yang Xu" userId="2ef8d03b0d59ea36" providerId="LiveId" clId="{70AEF0F6-772F-4733-B0F5-B3EB09C96239}" dt="2020-04-11T09:01:43.216" v="6661"/>
        <pc:sldMkLst>
          <pc:docMk/>
          <pc:sldMk cId="2072923600" sldId="273"/>
        </pc:sldMkLst>
        <pc:spChg chg="mod">
          <ac:chgData name="Yang Xu" userId="2ef8d03b0d59ea36" providerId="LiveId" clId="{70AEF0F6-772F-4733-B0F5-B3EB09C96239}" dt="2020-04-11T08:55:16.795" v="5859"/>
          <ac:spMkLst>
            <pc:docMk/>
            <pc:sldMk cId="2072923600" sldId="273"/>
            <ac:spMk id="2" creationId="{9BCD5B7B-18F7-4B41-9D55-7ECB43C3A422}"/>
          </ac:spMkLst>
        </pc:spChg>
        <pc:spChg chg="mod">
          <ac:chgData name="Yang Xu" userId="2ef8d03b0d59ea36" providerId="LiveId" clId="{70AEF0F6-772F-4733-B0F5-B3EB09C96239}" dt="2020-04-11T09:01:43.216" v="6661"/>
          <ac:spMkLst>
            <pc:docMk/>
            <pc:sldMk cId="2072923600" sldId="273"/>
            <ac:spMk id="3" creationId="{B8DCF14F-0E8F-4A27-9FBB-68EE037FCF89}"/>
          </ac:spMkLst>
        </pc:spChg>
      </pc:sldChg>
      <pc:sldChg chg="modSp add">
        <pc:chgData name="Yang Xu" userId="2ef8d03b0d59ea36" providerId="LiveId" clId="{70AEF0F6-772F-4733-B0F5-B3EB09C96239}" dt="2020-04-11T11:41:06.654" v="9739"/>
        <pc:sldMkLst>
          <pc:docMk/>
          <pc:sldMk cId="2283127966" sldId="274"/>
        </pc:sldMkLst>
        <pc:spChg chg="mod">
          <ac:chgData name="Yang Xu" userId="2ef8d03b0d59ea36" providerId="LiveId" clId="{70AEF0F6-772F-4733-B0F5-B3EB09C96239}" dt="2020-04-11T11:38:53.351" v="9737" actId="20577"/>
          <ac:spMkLst>
            <pc:docMk/>
            <pc:sldMk cId="2283127966" sldId="274"/>
            <ac:spMk id="2" creationId="{A7E6205B-5875-48C6-AB19-EE876520C575}"/>
          </ac:spMkLst>
        </pc:spChg>
        <pc:spChg chg="mod">
          <ac:chgData name="Yang Xu" userId="2ef8d03b0d59ea36" providerId="LiveId" clId="{70AEF0F6-772F-4733-B0F5-B3EB09C96239}" dt="2020-04-11T11:41:06.654" v="9739"/>
          <ac:spMkLst>
            <pc:docMk/>
            <pc:sldMk cId="2283127966" sldId="274"/>
            <ac:spMk id="3" creationId="{28293F65-1142-413F-BFE3-C08AE3FA1F53}"/>
          </ac:spMkLst>
        </pc:spChg>
      </pc:sldChg>
      <pc:sldChg chg="modSp add">
        <pc:chgData name="Yang Xu" userId="2ef8d03b0d59ea36" providerId="LiveId" clId="{70AEF0F6-772F-4733-B0F5-B3EB09C96239}" dt="2020-04-11T11:46:01.950" v="9744"/>
        <pc:sldMkLst>
          <pc:docMk/>
          <pc:sldMk cId="1920406236" sldId="275"/>
        </pc:sldMkLst>
        <pc:spChg chg="mod">
          <ac:chgData name="Yang Xu" userId="2ef8d03b0d59ea36" providerId="LiveId" clId="{70AEF0F6-772F-4733-B0F5-B3EB09C96239}" dt="2020-04-11T09:08:24.581" v="7561"/>
          <ac:spMkLst>
            <pc:docMk/>
            <pc:sldMk cId="1920406236" sldId="275"/>
            <ac:spMk id="2" creationId="{DB2CC8E2-D2E6-46AB-B286-3ED37E2C5C91}"/>
          </ac:spMkLst>
        </pc:spChg>
        <pc:spChg chg="mod">
          <ac:chgData name="Yang Xu" userId="2ef8d03b0d59ea36" providerId="LiveId" clId="{70AEF0F6-772F-4733-B0F5-B3EB09C96239}" dt="2020-04-11T11:46:01.950" v="9744"/>
          <ac:spMkLst>
            <pc:docMk/>
            <pc:sldMk cId="1920406236" sldId="275"/>
            <ac:spMk id="3" creationId="{7B020825-5675-4F65-A1D4-669BD1EF5DF0}"/>
          </ac:spMkLst>
        </pc:spChg>
      </pc:sldChg>
      <pc:sldChg chg="modSp add">
        <pc:chgData name="Yang Xu" userId="2ef8d03b0d59ea36" providerId="LiveId" clId="{70AEF0F6-772F-4733-B0F5-B3EB09C96239}" dt="2020-04-11T11:58:51.546" v="9752" actId="20577"/>
        <pc:sldMkLst>
          <pc:docMk/>
          <pc:sldMk cId="2345472394" sldId="276"/>
        </pc:sldMkLst>
        <pc:spChg chg="mod">
          <ac:chgData name="Yang Xu" userId="2ef8d03b0d59ea36" providerId="LiveId" clId="{70AEF0F6-772F-4733-B0F5-B3EB09C96239}" dt="2020-04-11T09:13:27.424" v="8134"/>
          <ac:spMkLst>
            <pc:docMk/>
            <pc:sldMk cId="2345472394" sldId="276"/>
            <ac:spMk id="2" creationId="{22ED7808-9750-4D25-9F0F-697F61F14B48}"/>
          </ac:spMkLst>
        </pc:spChg>
        <pc:spChg chg="mod">
          <ac:chgData name="Yang Xu" userId="2ef8d03b0d59ea36" providerId="LiveId" clId="{70AEF0F6-772F-4733-B0F5-B3EB09C96239}" dt="2020-04-11T11:58:51.546" v="9752" actId="20577"/>
          <ac:spMkLst>
            <pc:docMk/>
            <pc:sldMk cId="2345472394" sldId="276"/>
            <ac:spMk id="3" creationId="{1DBC8011-8837-4F07-9E85-0471F8D797F8}"/>
          </ac:spMkLst>
        </pc:spChg>
      </pc:sldChg>
      <pc:sldChg chg="modSp add">
        <pc:chgData name="Yang Xu" userId="2ef8d03b0d59ea36" providerId="LiveId" clId="{70AEF0F6-772F-4733-B0F5-B3EB09C96239}" dt="2020-04-11T10:41:12.757" v="9681"/>
        <pc:sldMkLst>
          <pc:docMk/>
          <pc:sldMk cId="1138970155" sldId="277"/>
        </pc:sldMkLst>
        <pc:spChg chg="mod">
          <ac:chgData name="Yang Xu" userId="2ef8d03b0d59ea36" providerId="LiveId" clId="{70AEF0F6-772F-4733-B0F5-B3EB09C96239}" dt="2020-04-11T09:22:58.704" v="9078"/>
          <ac:spMkLst>
            <pc:docMk/>
            <pc:sldMk cId="1138970155" sldId="277"/>
            <ac:spMk id="2" creationId="{FE9F7E1A-174F-4295-8DD2-EE1D5C956B21}"/>
          </ac:spMkLst>
        </pc:spChg>
        <pc:spChg chg="mod">
          <ac:chgData name="Yang Xu" userId="2ef8d03b0d59ea36" providerId="LiveId" clId="{70AEF0F6-772F-4733-B0F5-B3EB09C96239}" dt="2020-04-11T10:41:12.757" v="9681"/>
          <ac:spMkLst>
            <pc:docMk/>
            <pc:sldMk cId="1138970155" sldId="277"/>
            <ac:spMk id="3" creationId="{3850481B-DD02-404A-9413-39A7C133CB8E}"/>
          </ac:spMkLst>
        </pc:spChg>
      </pc:sldChg>
      <pc:sldChg chg="addSp delSp modSp add">
        <pc:chgData name="Yang Xu" userId="2ef8d03b0d59ea36" providerId="LiveId" clId="{70AEF0F6-772F-4733-B0F5-B3EB09C96239}" dt="2020-04-11T10:43:22.855" v="9729"/>
        <pc:sldMkLst>
          <pc:docMk/>
          <pc:sldMk cId="337895995" sldId="278"/>
        </pc:sldMkLst>
        <pc:spChg chg="mod">
          <ac:chgData name="Yang Xu" userId="2ef8d03b0d59ea36" providerId="LiveId" clId="{70AEF0F6-772F-4733-B0F5-B3EB09C96239}" dt="2020-04-11T10:42:47.523" v="9696" actId="20577"/>
          <ac:spMkLst>
            <pc:docMk/>
            <pc:sldMk cId="337895995" sldId="278"/>
            <ac:spMk id="2" creationId="{98FA0D08-376C-4B94-ABE1-999FD4358973}"/>
          </ac:spMkLst>
        </pc:spChg>
        <pc:spChg chg="del">
          <ac:chgData name="Yang Xu" userId="2ef8d03b0d59ea36" providerId="LiveId" clId="{70AEF0F6-772F-4733-B0F5-B3EB09C96239}" dt="2020-04-11T10:43:06.204" v="9697" actId="931"/>
          <ac:spMkLst>
            <pc:docMk/>
            <pc:sldMk cId="337895995" sldId="278"/>
            <ac:spMk id="3" creationId="{374D09AE-46F3-4D75-99D8-1A37A288E809}"/>
          </ac:spMkLst>
        </pc:spChg>
        <pc:spChg chg="mod">
          <ac:chgData name="Yang Xu" userId="2ef8d03b0d59ea36" providerId="LiveId" clId="{70AEF0F6-772F-4733-B0F5-B3EB09C96239}" dt="2020-04-11T10:43:22.855" v="9729"/>
          <ac:spMkLst>
            <pc:docMk/>
            <pc:sldMk cId="337895995" sldId="278"/>
            <ac:spMk id="4" creationId="{DDA93B21-5D03-49C8-8310-43785588C00B}"/>
          </ac:spMkLst>
        </pc:spChg>
        <pc:picChg chg="add mod">
          <ac:chgData name="Yang Xu" userId="2ef8d03b0d59ea36" providerId="LiveId" clId="{70AEF0F6-772F-4733-B0F5-B3EB09C96239}" dt="2020-04-11T10:43:08.797" v="9699" actId="962"/>
          <ac:picMkLst>
            <pc:docMk/>
            <pc:sldMk cId="337895995" sldId="278"/>
            <ac:picMk id="6" creationId="{55F10E9E-2CA4-4748-8B73-74202EC832DC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1C5132-FFA3-4B02-9F09-22FCF40EFA74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3C20D7-F8F1-4196-9585-26F31AFC85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16212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6E42C9-243F-4DC5-AFF6-9D56B5FA9D63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AEC444-603B-4F09-9A06-5917518DD9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2551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91545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"/>
          <p:cNvSpPr/>
          <p:nvPr/>
        </p:nvSpPr>
        <p:spPr bwMode="invGray">
          <a:xfrm>
            <a:off x="0" y="3936697"/>
            <a:ext cx="12192000" cy="21031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1" y="4114800"/>
            <a:ext cx="10515598" cy="1158446"/>
          </a:xfrm>
        </p:spPr>
        <p:txBody>
          <a:bodyPr anchor="b">
            <a:normAutofit/>
          </a:bodyPr>
          <a:lstStyle>
            <a:lvl1pPr algn="l">
              <a:defRPr sz="5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338170"/>
            <a:ext cx="10515598" cy="47483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0729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5764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0" y="3276600"/>
            <a:ext cx="12192000" cy="27632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3429000"/>
            <a:ext cx="9601200" cy="1838519"/>
          </a:xfrm>
        </p:spPr>
        <p:txBody>
          <a:bodyPr anchor="b">
            <a:normAutofit/>
          </a:bodyPr>
          <a:lstStyle>
            <a:lvl1pPr>
              <a:defRPr sz="5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1248" y="5340096"/>
            <a:ext cx="9601200" cy="475488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735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24600" y="1825625"/>
            <a:ext cx="5029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3172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26188" y="1828800"/>
            <a:ext cx="5029200" cy="685800"/>
          </a:xfrm>
        </p:spPr>
        <p:txBody>
          <a:bodyPr anchor="ctr">
            <a:normAutofit/>
          </a:bodyPr>
          <a:lstStyle>
            <a:lvl1pPr marL="0" indent="0">
              <a:spcBef>
                <a:spcPts val="10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26188" y="2514600"/>
            <a:ext cx="5029200" cy="3675063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7994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634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3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4000"/>
            <a:ext cx="3429000" cy="1905000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400800" cy="5257800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9000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961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24800" y="1527048"/>
            <a:ext cx="3429000" cy="1901952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838198" y="685800"/>
            <a:ext cx="6400800" cy="5257800"/>
          </a:xfrm>
        </p:spPr>
        <p:txBody>
          <a:bodyPr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8999" cy="18288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279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5576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41693" y="365125"/>
            <a:ext cx="1600200" cy="5811838"/>
          </a:xfrm>
        </p:spPr>
        <p:txBody>
          <a:bodyPr vert="eaVer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5344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E2824-C2A0-4931-BB32-60B24BDBB3CC}" type="datetimeFigureOut">
              <a:rPr lang="en-US" smtClean="0"/>
              <a:t>4/11/2020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333A4-2EF1-4B79-B68C-AB20E66B48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254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invGray">
          <a:xfrm>
            <a:off x="0" y="6492239"/>
            <a:ext cx="12188825" cy="36576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14522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81000" y="6549715"/>
            <a:ext cx="8442158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4"/>
          <p:cNvSpPr>
            <a:spLocks noGrp="1"/>
          </p:cNvSpPr>
          <p:nvPr>
            <p:ph type="dt" sz="half" idx="2"/>
          </p:nvPr>
        </p:nvSpPr>
        <p:spPr>
          <a:xfrm>
            <a:off x="9685939" y="6549715"/>
            <a:ext cx="1667860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0FE2824-C2A0-4931-BB32-60B24BDBB3CC}" type="datetimeFigureOut">
              <a:rPr lang="en-US" smtClean="0"/>
              <a:pPr/>
              <a:t>4/11/2020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53799" y="6549715"/>
            <a:ext cx="446361" cy="2292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40000"/>
                    <a:lumOff val="60000"/>
                  </a:schemeClr>
                </a:solidFill>
              </a:defRPr>
            </a:lvl1pPr>
          </a:lstStyle>
          <a:p>
            <a:fld id="{B13333A4-2EF1-4B79-B68C-AB20E66B482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716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182880" algn="l" defTabSz="914400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40" userDrawn="1">
          <p15:clr>
            <a:srgbClr val="F26B43"/>
          </p15:clr>
        </p15:guide>
        <p15:guide id="2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真会</a:t>
            </a:r>
            <a:r>
              <a:rPr lang="en-US" altLang="zh-CN" dirty="0"/>
              <a:t>C#</a:t>
            </a:r>
            <a:r>
              <a:rPr lang="zh-CN" altLang="en-US" dirty="0"/>
              <a:t>？第</a:t>
            </a:r>
            <a:r>
              <a:rPr lang="en-US" altLang="zh-CN" dirty="0"/>
              <a:t>6</a:t>
            </a:r>
            <a:r>
              <a:rPr lang="zh-CN" altLang="en-US" dirty="0"/>
              <a:t>章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1" y="5338170"/>
            <a:ext cx="5181599" cy="474836"/>
          </a:xfrm>
        </p:spPr>
        <p:txBody>
          <a:bodyPr/>
          <a:lstStyle/>
          <a:p>
            <a:r>
              <a:rPr lang="en-US" dirty="0"/>
              <a:t>601 </a:t>
            </a:r>
            <a:r>
              <a:rPr lang="en-US" altLang="zh-CN" dirty="0"/>
              <a:t>S</a:t>
            </a:r>
            <a:r>
              <a:rPr lang="en-US" dirty="0"/>
              <a:t>tring </a:t>
            </a:r>
            <a:r>
              <a:rPr lang="zh-CN" altLang="en-US" dirty="0"/>
              <a:t>和文字处理</a:t>
            </a:r>
            <a:endParaRPr lang="en-US" dirty="0"/>
          </a:p>
        </p:txBody>
      </p:sp>
      <p:pic>
        <p:nvPicPr>
          <p:cNvPr id="5" name="Picture 4" descr="A person wearing a suit and tie&#10;&#10;Description automatically generated">
            <a:extLst>
              <a:ext uri="{FF2B5EF4-FFF2-40B4-BE49-F238E27FC236}">
                <a16:creationId xmlns:a16="http://schemas.microsoft.com/office/drawing/2014/main" id="{A7BA8A3A-A082-4BD0-96B1-2789ABD12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9400" y="4160623"/>
            <a:ext cx="1066799" cy="1066799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id="{945EE189-6327-4344-9D44-53244C0AE72B}"/>
              </a:ext>
            </a:extLst>
          </p:cNvPr>
          <p:cNvSpPr txBox="1">
            <a:spLocks/>
          </p:cNvSpPr>
          <p:nvPr/>
        </p:nvSpPr>
        <p:spPr>
          <a:xfrm>
            <a:off x="7162800" y="5330820"/>
            <a:ext cx="4495799" cy="688980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800"/>
              </a:spcBef>
              <a:buClr>
                <a:schemeClr val="accent1"/>
              </a:buClr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dirty="0"/>
              <a:t>杨旭，微软</a:t>
            </a:r>
            <a:r>
              <a:rPr lang="en-US" altLang="zh-CN" dirty="0"/>
              <a:t>MVP</a:t>
            </a:r>
          </a:p>
          <a:p>
            <a:pPr algn="r"/>
            <a:r>
              <a:rPr lang="en-US" altLang="zh-CN" dirty="0"/>
              <a:t>C#/Go/Haskell/C++/Rust/Svelte</a:t>
            </a:r>
          </a:p>
        </p:txBody>
      </p:sp>
    </p:spTree>
    <p:extLst>
      <p:ext uri="{BB962C8B-B14F-4D97-AF65-F5344CB8AC3E}">
        <p14:creationId xmlns:p14="http://schemas.microsoft.com/office/powerpoint/2010/main" val="2142729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85D45C-05C9-4A15-8825-1EAC55963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1524000"/>
            <a:ext cx="3429000" cy="1905000"/>
          </a:xfrm>
        </p:spPr>
        <p:txBody>
          <a:bodyPr anchor="b">
            <a:normAutofit/>
          </a:bodyPr>
          <a:lstStyle/>
          <a:p>
            <a:r>
              <a:rPr lang="en-US" altLang="zh-CN" dirty="0"/>
              <a:t>C# 7.0 in a Nutshell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B8F11CD-5E62-4241-B291-C8FF9F2756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18087" y="685800"/>
            <a:ext cx="3641025" cy="5257800"/>
          </a:xfrm>
          <a:prstGeom prst="rect">
            <a:avLst/>
          </a:prstGeom>
          <a:noFill/>
        </p:spPr>
      </p:pic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EEA6B5-E99A-4A96-B269-918CD6D3E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9000" cy="1828800"/>
          </a:xfrm>
        </p:spPr>
        <p:txBody>
          <a:bodyPr/>
          <a:lstStyle/>
          <a:p>
            <a:r>
              <a:rPr lang="zh-CN" altLang="en-US" dirty="0"/>
              <a:t>有中文版，叫做 </a:t>
            </a:r>
            <a:r>
              <a:rPr lang="en-US" altLang="zh-CN" dirty="0"/>
              <a:t>C#7.0 </a:t>
            </a:r>
            <a:r>
              <a:rPr lang="zh-CN" altLang="en-US" dirty="0"/>
              <a:t>核心技术。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建议看英文版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66878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AA61C-DB95-46E8-BBF9-50A4137E9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公众号 </a:t>
            </a:r>
            <a:r>
              <a:rPr lang="en-US" altLang="zh-CN" dirty="0"/>
              <a:t>&amp; C#</a:t>
            </a:r>
            <a:r>
              <a:rPr lang="zh-CN" altLang="en-US" dirty="0"/>
              <a:t>习题小程序</a:t>
            </a:r>
            <a:endParaRPr lang="en-US" dirty="0"/>
          </a:p>
        </p:txBody>
      </p:sp>
      <p:pic>
        <p:nvPicPr>
          <p:cNvPr id="8" name="Content Placeholder 7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9200ADBB-FD22-40A9-99C9-5B5FB06B3A8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1325" y="1953419"/>
            <a:ext cx="4095750" cy="4095750"/>
          </a:xfrm>
        </p:spPr>
      </p:pic>
      <p:pic>
        <p:nvPicPr>
          <p:cNvPr id="12" name="Content Placeholder 11" descr="A close up of text on a white surface&#10;&#10;Description automatically generated">
            <a:extLst>
              <a:ext uri="{FF2B5EF4-FFF2-40B4-BE49-F238E27FC236}">
                <a16:creationId xmlns:a16="http://schemas.microsoft.com/office/drawing/2014/main" id="{4BE7696E-54F8-4AD9-8F2F-187793E1E5E9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925" y="1953419"/>
            <a:ext cx="4095750" cy="4095750"/>
          </a:xfrm>
        </p:spPr>
      </p:pic>
    </p:spTree>
    <p:extLst>
      <p:ext uri="{BB962C8B-B14F-4D97-AF65-F5344CB8AC3E}">
        <p14:creationId xmlns:p14="http://schemas.microsoft.com/office/powerpoint/2010/main" val="155401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DD22E-9183-4986-AB7F-64D107DB2A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本节内容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A34B4-C55B-46CD-B3A6-C13F924CE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Char</a:t>
            </a:r>
          </a:p>
          <a:p>
            <a:r>
              <a:rPr lang="en-US" altLang="zh-CN" dirty="0"/>
              <a:t>String</a:t>
            </a:r>
          </a:p>
          <a:p>
            <a:r>
              <a:rPr lang="zh-CN" altLang="en-US" dirty="0"/>
              <a:t>比较 </a:t>
            </a:r>
            <a:r>
              <a:rPr lang="en-US" altLang="zh-CN" dirty="0"/>
              <a:t>string</a:t>
            </a:r>
          </a:p>
          <a:p>
            <a:r>
              <a:rPr lang="en-US" altLang="zh-CN" dirty="0"/>
              <a:t>StringBuilder</a:t>
            </a:r>
          </a:p>
          <a:p>
            <a:r>
              <a:rPr lang="en-US" dirty="0"/>
              <a:t>Text Encoding &amp; Unicode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C91BAF-4CC0-44E8-9730-EE10DBD63AF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177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C03BD-6A8D-4A9A-BF3C-D15AB5FAD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8E66D-9025-40C6-A57A-66354B0B73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</a:t>
            </a:r>
            <a:r>
              <a:rPr lang="en-US" dirty="0"/>
              <a:t>har</a:t>
            </a:r>
            <a:r>
              <a:rPr lang="zh-CN" altLang="en-US" dirty="0"/>
              <a:t>代表一个</a:t>
            </a:r>
            <a:r>
              <a:rPr lang="en-US" altLang="zh-CN" dirty="0" err="1"/>
              <a:t>unicode</a:t>
            </a:r>
            <a:r>
              <a:rPr lang="zh-CN" altLang="en-US" dirty="0"/>
              <a:t>字符，它是</a:t>
            </a:r>
            <a:r>
              <a:rPr lang="en-US" altLang="zh-CN" dirty="0" err="1"/>
              <a:t>System.Char</a:t>
            </a:r>
            <a:r>
              <a:rPr lang="zh-CN" altLang="en-US" dirty="0"/>
              <a:t>的别名</a:t>
            </a:r>
            <a:endParaRPr lang="en-US" altLang="zh-CN" dirty="0"/>
          </a:p>
          <a:p>
            <a:r>
              <a:rPr lang="en-US" altLang="zh-CN" dirty="0" err="1"/>
              <a:t>System.Char</a:t>
            </a:r>
            <a:r>
              <a:rPr lang="zh-CN" altLang="en-US" dirty="0"/>
              <a:t>定义了一组静态方法：</a:t>
            </a:r>
            <a:endParaRPr lang="en-US" altLang="zh-CN" dirty="0"/>
          </a:p>
          <a:p>
            <a:pPr lvl="1"/>
            <a:r>
              <a:rPr lang="en-US" altLang="zh-CN" dirty="0" err="1"/>
              <a:t>ToUpper</a:t>
            </a:r>
            <a:endParaRPr lang="en-US" altLang="zh-CN" dirty="0"/>
          </a:p>
          <a:p>
            <a:pPr lvl="1"/>
            <a:r>
              <a:rPr lang="en-US" altLang="zh-CN" dirty="0" err="1"/>
              <a:t>ToLower</a:t>
            </a:r>
            <a:endParaRPr lang="en-US" altLang="zh-CN" dirty="0"/>
          </a:p>
          <a:p>
            <a:pPr lvl="1"/>
            <a:r>
              <a:rPr lang="en-US" altLang="zh-CN" dirty="0" err="1"/>
              <a:t>IsWhiteSpace</a:t>
            </a:r>
            <a:endParaRPr lang="en-US" altLang="zh-CN" dirty="0"/>
          </a:p>
          <a:p>
            <a:pPr lvl="1"/>
            <a:r>
              <a:rPr lang="en-US" altLang="zh-CN" dirty="0"/>
              <a:t>…</a:t>
            </a:r>
          </a:p>
          <a:p>
            <a:r>
              <a:rPr lang="zh-CN" altLang="en-US" dirty="0"/>
              <a:t>可以通过</a:t>
            </a:r>
            <a:r>
              <a:rPr lang="en-US" altLang="zh-CN" dirty="0"/>
              <a:t>char</a:t>
            </a:r>
            <a:r>
              <a:rPr lang="zh-CN" altLang="en-US" dirty="0"/>
              <a:t>或者</a:t>
            </a:r>
            <a:r>
              <a:rPr lang="en-US" altLang="zh-CN" dirty="0" err="1"/>
              <a:t>System.Char</a:t>
            </a:r>
            <a:r>
              <a:rPr lang="zh-CN" altLang="en-US" dirty="0"/>
              <a:t>来调用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70154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FE792-44C5-4982-ADEF-D3E84C09C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culture-invariant </a:t>
            </a:r>
            <a:r>
              <a:rPr lang="zh-CN" altLang="en-US" dirty="0"/>
              <a:t>版本的方法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69219-3746-4E34-B74E-E8B3E7F5B2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/>
              <a:t>ToUpper</a:t>
            </a:r>
            <a:r>
              <a:rPr lang="en-US" altLang="zh-CN" dirty="0"/>
              <a:t>, </a:t>
            </a:r>
            <a:r>
              <a:rPr lang="en-US" altLang="zh-CN" dirty="0" err="1"/>
              <a:t>ToLower</a:t>
            </a:r>
            <a:r>
              <a:rPr lang="en-US" altLang="zh-CN" dirty="0"/>
              <a:t> </a:t>
            </a:r>
            <a:r>
              <a:rPr lang="zh-CN" altLang="en-US" dirty="0"/>
              <a:t>会遵循用户的地区（</a:t>
            </a:r>
            <a:r>
              <a:rPr lang="en-US" altLang="zh-CN" dirty="0"/>
              <a:t>locale)</a:t>
            </a:r>
            <a:r>
              <a:rPr lang="zh-CN" altLang="en-US" dirty="0"/>
              <a:t>设置，可能会引起</a:t>
            </a:r>
            <a:r>
              <a:rPr lang="en-US" altLang="zh-CN" dirty="0"/>
              <a:t>bug</a:t>
            </a:r>
            <a:r>
              <a:rPr lang="zh-CN" altLang="en-US" dirty="0"/>
              <a:t>：</a:t>
            </a:r>
            <a:endParaRPr lang="en-US" altLang="zh-CN" dirty="0"/>
          </a:p>
          <a:p>
            <a:pPr lvl="1"/>
            <a:r>
              <a:rPr lang="en-US" dirty="0" err="1"/>
              <a:t>char.ToUpper</a:t>
            </a:r>
            <a:r>
              <a:rPr lang="en-US" dirty="0"/>
              <a:t> (‘</a:t>
            </a:r>
            <a:r>
              <a:rPr lang="en-US" dirty="0" err="1"/>
              <a:t>i</a:t>
            </a:r>
            <a:r>
              <a:rPr lang="en-US" dirty="0"/>
              <a:t>’) == ‘I’,   </a:t>
            </a:r>
            <a:r>
              <a:rPr lang="zh-CN" altLang="en-US" dirty="0"/>
              <a:t>这句话在土耳其地区设置里就会返回</a:t>
            </a:r>
            <a:r>
              <a:rPr lang="en-US" altLang="zh-CN" dirty="0"/>
              <a:t>false</a:t>
            </a:r>
            <a:r>
              <a:rPr lang="zh-CN" altLang="en-US" dirty="0"/>
              <a:t>，（</a:t>
            </a:r>
            <a:r>
              <a:rPr lang="en-US" dirty="0"/>
              <a:t> 'İ’ 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endParaRPr lang="en-US" dirty="0"/>
          </a:p>
          <a:p>
            <a:r>
              <a:rPr lang="en-US" dirty="0"/>
              <a:t>culture-invariant</a:t>
            </a:r>
            <a:r>
              <a:rPr lang="zh-CN" altLang="en-US" dirty="0"/>
              <a:t>版本的方法，总会应用英语的</a:t>
            </a:r>
            <a:r>
              <a:rPr lang="en-US" altLang="zh-CN" dirty="0"/>
              <a:t>Culture</a:t>
            </a:r>
          </a:p>
          <a:p>
            <a:pPr lvl="1"/>
            <a:r>
              <a:rPr lang="en-US" dirty="0" err="1"/>
              <a:t>ToUpperInvariant</a:t>
            </a:r>
            <a:endParaRPr lang="en-US" dirty="0"/>
          </a:p>
          <a:p>
            <a:pPr lvl="1"/>
            <a:r>
              <a:rPr lang="en-US" dirty="0" err="1"/>
              <a:t>ToLowerInvariant</a:t>
            </a:r>
            <a:endParaRPr lang="en-US" dirty="0"/>
          </a:p>
          <a:p>
            <a:pPr lvl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02028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3332A-0B99-41EC-B4A2-60AD0532D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0" y="1527048"/>
            <a:ext cx="3429000" cy="1901952"/>
          </a:xfrm>
        </p:spPr>
        <p:txBody>
          <a:bodyPr anchor="b">
            <a:normAutofit/>
          </a:bodyPr>
          <a:lstStyle/>
          <a:p>
            <a:r>
              <a:rPr lang="zh-CN" altLang="en-US" dirty="0"/>
              <a:t>用于为</a:t>
            </a:r>
            <a:r>
              <a:rPr lang="en-US" altLang="zh-CN" dirty="0"/>
              <a:t>char</a:t>
            </a:r>
            <a:r>
              <a:rPr lang="zh-CN" altLang="en-US" dirty="0"/>
              <a:t>分类 静态方法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B009740-C1C2-47AD-AB1F-2CF6FBBE25D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/>
          <a:stretch/>
        </p:blipFill>
        <p:spPr>
          <a:xfrm>
            <a:off x="1356047" y="685800"/>
            <a:ext cx="5365102" cy="5257800"/>
          </a:xfrm>
          <a:prstGeom prst="rect">
            <a:avLst/>
          </a:prstGeom>
          <a:noFill/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7B295B4-954C-49F5-A3E2-E4C71185AF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924800" y="3581400"/>
            <a:ext cx="3428999" cy="1828800"/>
          </a:xfrm>
        </p:spPr>
        <p:txBody>
          <a:bodyPr/>
          <a:lstStyle/>
          <a:p>
            <a:r>
              <a:rPr lang="en-US" altLang="zh-CN" dirty="0"/>
              <a:t>Char</a:t>
            </a:r>
            <a:r>
              <a:rPr lang="zh-CN" altLang="en-US" dirty="0"/>
              <a:t>还提供了一个静态方法</a:t>
            </a:r>
            <a:r>
              <a:rPr lang="en-US" dirty="0" err="1"/>
              <a:t>GetUnicodeCategory</a:t>
            </a:r>
            <a:r>
              <a:rPr lang="zh-CN" altLang="en-US" dirty="0"/>
              <a:t>，它会返回一个</a:t>
            </a:r>
            <a:r>
              <a:rPr lang="en-US" dirty="0" err="1"/>
              <a:t>UnicodeCategory</a:t>
            </a:r>
            <a:r>
              <a:rPr lang="zh-CN" altLang="en-US" dirty="0"/>
              <a:t>的</a:t>
            </a:r>
            <a:r>
              <a:rPr lang="en-US" altLang="zh-CN" dirty="0"/>
              <a:t>Enumeration</a:t>
            </a:r>
            <a:r>
              <a:rPr lang="zh-CN" altLang="en-US" dirty="0"/>
              <a:t>，它的成员就是表中最右边这列。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C4F8742-8142-4E66-ADA5-1A3D132F72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6047" y="5943600"/>
            <a:ext cx="5365102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112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13EF0-172F-4129-A002-0C043E954F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char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B5862-629E-41B5-A031-9F8836CC5C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char</a:t>
            </a:r>
            <a:r>
              <a:rPr lang="zh-CN" altLang="en-US" dirty="0"/>
              <a:t>是</a:t>
            </a:r>
            <a:r>
              <a:rPr lang="en-US" altLang="zh-CN" dirty="0"/>
              <a:t>16bit</a:t>
            </a:r>
            <a:r>
              <a:rPr lang="zh-CN" altLang="en-US" dirty="0"/>
              <a:t>的，足够代表基本多语言平面的任何</a:t>
            </a:r>
            <a:r>
              <a:rPr lang="en-US" altLang="zh-CN" dirty="0"/>
              <a:t>Unicode</a:t>
            </a:r>
            <a:r>
              <a:rPr lang="zh-CN" altLang="en-US" dirty="0"/>
              <a:t>字符。</a:t>
            </a:r>
            <a:endParaRPr lang="en-US" altLang="zh-CN" dirty="0"/>
          </a:p>
          <a:p>
            <a:r>
              <a:rPr lang="zh-CN" altLang="en-US" dirty="0"/>
              <a:t>如果超出这个范围，那么必须使用</a:t>
            </a:r>
            <a:r>
              <a:rPr lang="en-US" altLang="zh-CN" dirty="0"/>
              <a:t>surrogate pairs</a:t>
            </a:r>
            <a:r>
              <a:rPr lang="zh-CN" altLang="en-US" dirty="0"/>
              <a:t>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50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8CF4D-D705-4690-91EB-1584C421A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FFB99-3890-4ED0-A8B3-C90F833593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string</a:t>
            </a:r>
            <a:r>
              <a:rPr lang="zh-CN" altLang="en-US" dirty="0"/>
              <a:t>是</a:t>
            </a:r>
            <a:r>
              <a:rPr lang="en-US" altLang="zh-CN" dirty="0" err="1"/>
              <a:t>System.String</a:t>
            </a:r>
            <a:r>
              <a:rPr lang="zh-CN" altLang="en-US" dirty="0"/>
              <a:t>的别名</a:t>
            </a:r>
            <a:endParaRPr lang="en-US" altLang="zh-CN" dirty="0"/>
          </a:p>
          <a:p>
            <a:r>
              <a:rPr lang="en-US" altLang="zh-CN" dirty="0"/>
              <a:t>string</a:t>
            </a:r>
            <a:r>
              <a:rPr lang="zh-CN" altLang="en-US" dirty="0"/>
              <a:t>是不可变的</a:t>
            </a:r>
            <a:endParaRPr lang="en-US" altLang="zh-CN" dirty="0"/>
          </a:p>
          <a:p>
            <a:r>
              <a:rPr lang="en-US" altLang="zh-CN" dirty="0"/>
              <a:t>string</a:t>
            </a:r>
            <a:r>
              <a:rPr lang="zh-CN" altLang="en-US" dirty="0"/>
              <a:t>是字符的序列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631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8A100-6509-4176-A6EC-86FFCC1AC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构建</a:t>
            </a:r>
            <a:r>
              <a:rPr lang="en-US" altLang="zh-CN" dirty="0"/>
              <a:t>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CAF73-C8F4-478D-870F-083832579C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例子</a:t>
            </a:r>
            <a:endParaRPr lang="en-US" altLang="zh-CN" dirty="0"/>
          </a:p>
          <a:p>
            <a:r>
              <a:rPr lang="zh-CN" altLang="en-US" dirty="0"/>
              <a:t>创建重复字符的字符串，例子</a:t>
            </a:r>
            <a:endParaRPr lang="en-US" altLang="zh-CN" dirty="0"/>
          </a:p>
          <a:p>
            <a:r>
              <a:rPr lang="zh-CN" altLang="en-US" dirty="0"/>
              <a:t>可以从</a:t>
            </a:r>
            <a:r>
              <a:rPr lang="en-US" altLang="zh-CN" dirty="0"/>
              <a:t>char</a:t>
            </a:r>
            <a:r>
              <a:rPr lang="zh-CN" altLang="en-US" dirty="0"/>
              <a:t>数组构建字符串，例子</a:t>
            </a:r>
            <a:endParaRPr lang="en-US" altLang="zh-CN" dirty="0"/>
          </a:p>
          <a:p>
            <a:pPr lvl="1"/>
            <a:r>
              <a:rPr lang="en-US" altLang="zh-CN" dirty="0" err="1"/>
              <a:t>ToCharArray</a:t>
            </a:r>
            <a:r>
              <a:rPr lang="zh-CN" altLang="en-US" dirty="0"/>
              <a:t>的作用正好相反</a:t>
            </a:r>
            <a:endParaRPr lang="en-US" altLang="zh-CN" dirty="0"/>
          </a:p>
          <a:p>
            <a:r>
              <a:rPr lang="en-US" altLang="zh-CN" dirty="0"/>
              <a:t>string</a:t>
            </a:r>
            <a:r>
              <a:rPr lang="zh-CN" altLang="en-US" dirty="0"/>
              <a:t>的构造函数也被重载用来接收各种（不安全的）指针类型，目的是从像</a:t>
            </a:r>
            <a:r>
              <a:rPr lang="en-US" altLang="zh-CN" dirty="0"/>
              <a:t>char</a:t>
            </a:r>
            <a:r>
              <a:rPr lang="zh-CN" altLang="en-US" dirty="0"/>
              <a:t>*这样的类型创建字符串。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70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B1DA8-1000-4E21-86E3-CA37AACF31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</a:t>
            </a:r>
            <a:r>
              <a:rPr lang="zh-CN" altLang="en-US" dirty="0"/>
              <a:t>和 空</a:t>
            </a:r>
            <a:r>
              <a:rPr lang="en-US" altLang="zh-CN" dirty="0"/>
              <a:t>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180D6-F72B-4549-81E0-F105E3C4D5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空</a:t>
            </a:r>
            <a:r>
              <a:rPr lang="en-US" altLang="zh-CN" dirty="0"/>
              <a:t>string</a:t>
            </a:r>
            <a:r>
              <a:rPr lang="zh-CN" altLang="en-US" dirty="0"/>
              <a:t>的长度为</a:t>
            </a:r>
            <a:r>
              <a:rPr lang="en-US" altLang="zh-CN" dirty="0"/>
              <a:t>0</a:t>
            </a:r>
          </a:p>
          <a:p>
            <a:pPr lvl="1"/>
            <a:r>
              <a:rPr lang="zh-CN" altLang="en-US" dirty="0"/>
              <a:t>通过</a:t>
            </a:r>
            <a:r>
              <a:rPr lang="en-US" altLang="zh-CN" dirty="0"/>
              <a:t>literal</a:t>
            </a:r>
            <a:r>
              <a:rPr lang="zh-CN" altLang="en-US" dirty="0"/>
              <a:t> 或 </a:t>
            </a:r>
            <a:r>
              <a:rPr lang="en-US" altLang="zh-CN" dirty="0" err="1"/>
              <a:t>string.Empty</a:t>
            </a:r>
            <a:r>
              <a:rPr lang="zh-CN" altLang="en-US" dirty="0"/>
              <a:t>静态字段来创建</a:t>
            </a:r>
            <a:endParaRPr lang="en-US" altLang="zh-CN" dirty="0"/>
          </a:p>
          <a:p>
            <a:pPr lvl="1"/>
            <a:r>
              <a:rPr lang="zh-CN" altLang="en-US" dirty="0"/>
              <a:t>相等性比较的例子</a:t>
            </a:r>
            <a:endParaRPr lang="en-US" altLang="zh-CN" dirty="0"/>
          </a:p>
          <a:p>
            <a:r>
              <a:rPr lang="en-US" altLang="zh-CN" dirty="0"/>
              <a:t>string</a:t>
            </a:r>
            <a:r>
              <a:rPr lang="zh-CN" altLang="en-US" dirty="0"/>
              <a:t>可以为</a:t>
            </a:r>
            <a:r>
              <a:rPr lang="en-US" altLang="zh-CN" dirty="0"/>
              <a:t>null</a:t>
            </a:r>
            <a:r>
              <a:rPr lang="zh-CN" altLang="en-US" dirty="0"/>
              <a:t>，因为是引用类型</a:t>
            </a:r>
            <a:endParaRPr lang="en-US" altLang="zh-CN" dirty="0"/>
          </a:p>
          <a:p>
            <a:r>
              <a:rPr lang="zh-CN" altLang="en-US" dirty="0"/>
              <a:t>静态的</a:t>
            </a:r>
            <a:r>
              <a:rPr lang="en-US" dirty="0" err="1"/>
              <a:t>string.IsNullOrEmpty</a:t>
            </a:r>
            <a:r>
              <a:rPr lang="zh-CN" altLang="en-US" dirty="0"/>
              <a:t>通常用来判断字符串是否为空或者</a:t>
            </a:r>
            <a:r>
              <a:rPr lang="en-US" altLang="zh-CN"/>
              <a:t>null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90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E3BAE-87F6-404D-A494-1880131EC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访问</a:t>
            </a:r>
            <a:r>
              <a:rPr lang="en-US" altLang="zh-CN" dirty="0"/>
              <a:t>string</a:t>
            </a:r>
            <a:r>
              <a:rPr lang="zh-CN" altLang="en-US" dirty="0"/>
              <a:t>里的字符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7F48D-F8CB-4886-9EB9-6EF34C7669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通过索引器</a:t>
            </a:r>
            <a:endParaRPr lang="en-US" altLang="zh-CN" dirty="0"/>
          </a:p>
          <a:p>
            <a:pPr lvl="1"/>
            <a:r>
              <a:rPr lang="zh-CN" altLang="en-US" dirty="0"/>
              <a:t>例子</a:t>
            </a:r>
            <a:endParaRPr lang="en-US" altLang="zh-CN" dirty="0"/>
          </a:p>
          <a:p>
            <a:r>
              <a:rPr lang="en-US" altLang="zh-CN" dirty="0"/>
              <a:t>string</a:t>
            </a:r>
            <a:r>
              <a:rPr lang="zh-CN" altLang="en-US" dirty="0"/>
              <a:t>实现了</a:t>
            </a:r>
            <a:r>
              <a:rPr lang="en-US" altLang="zh-CN" dirty="0" err="1"/>
              <a:t>IEnumerable</a:t>
            </a:r>
            <a:r>
              <a:rPr lang="en-US" altLang="zh-CN" dirty="0"/>
              <a:t>&lt;char&gt;</a:t>
            </a:r>
            <a:r>
              <a:rPr lang="zh-CN" altLang="en-US" dirty="0"/>
              <a:t>接口，所以可以</a:t>
            </a:r>
            <a:r>
              <a:rPr lang="en-US" altLang="zh-CN" dirty="0"/>
              <a:t>foreach</a:t>
            </a:r>
            <a:r>
              <a:rPr lang="zh-CN" altLang="en-US" dirty="0"/>
              <a:t>里面的</a:t>
            </a:r>
            <a:r>
              <a:rPr lang="en-US" altLang="zh-CN" dirty="0"/>
              <a:t>char</a:t>
            </a:r>
            <a:r>
              <a:rPr lang="zh-CN" altLang="en-US" dirty="0"/>
              <a:t>元素</a:t>
            </a:r>
            <a:endParaRPr lang="en-US" altLang="zh-CN" dirty="0"/>
          </a:p>
          <a:p>
            <a:pPr lvl="1"/>
            <a:r>
              <a:rPr lang="zh-CN" altLang="en-US" dirty="0"/>
              <a:t>例子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448368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0E5F2-7843-4AC6-BE21-0C9356500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string</a:t>
            </a:r>
            <a:r>
              <a:rPr lang="zh-CN" altLang="en-US" dirty="0"/>
              <a:t>里进行搜索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16A17-8D87-4C50-B5B1-66CBF2114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最简单的方法包括：</a:t>
            </a:r>
            <a:r>
              <a:rPr lang="en-US" dirty="0" err="1"/>
              <a:t>StartsWith</a:t>
            </a:r>
            <a:r>
              <a:rPr lang="en-US" dirty="0"/>
              <a:t>, </a:t>
            </a:r>
            <a:r>
              <a:rPr lang="en-US" dirty="0" err="1"/>
              <a:t>EndsWith</a:t>
            </a:r>
            <a:r>
              <a:rPr lang="en-US" dirty="0"/>
              <a:t> </a:t>
            </a:r>
            <a:r>
              <a:rPr lang="zh-CN" altLang="en-US" dirty="0"/>
              <a:t>和 </a:t>
            </a:r>
            <a:r>
              <a:rPr lang="en-US" dirty="0"/>
              <a:t>Contains. </a:t>
            </a:r>
            <a:r>
              <a:rPr lang="zh-CN" altLang="en-US" dirty="0"/>
              <a:t>返回的是 </a:t>
            </a:r>
            <a:r>
              <a:rPr lang="en-US" dirty="0"/>
              <a:t>true </a:t>
            </a:r>
            <a:r>
              <a:rPr lang="zh-CN" altLang="en-US" dirty="0"/>
              <a:t>或</a:t>
            </a:r>
            <a:r>
              <a:rPr lang="en-US" dirty="0"/>
              <a:t> false:</a:t>
            </a:r>
          </a:p>
          <a:p>
            <a:pPr lvl="1"/>
            <a:r>
              <a:rPr lang="zh-CN" altLang="en-US" dirty="0"/>
              <a:t>例子</a:t>
            </a:r>
            <a:endParaRPr lang="en-US" altLang="zh-CN" dirty="0"/>
          </a:p>
          <a:p>
            <a:r>
              <a:rPr lang="en-US" dirty="0" err="1"/>
              <a:t>StartsWith</a:t>
            </a:r>
            <a:r>
              <a:rPr lang="en-US" dirty="0"/>
              <a:t>, </a:t>
            </a:r>
            <a:r>
              <a:rPr lang="en-US" dirty="0" err="1"/>
              <a:t>EndsWith</a:t>
            </a:r>
            <a:r>
              <a:rPr lang="zh-CN" altLang="en-US" dirty="0"/>
              <a:t>的重载方法允许你指定一个</a:t>
            </a:r>
            <a:r>
              <a:rPr lang="en-US" dirty="0" err="1"/>
              <a:t>StringComparison</a:t>
            </a:r>
            <a:r>
              <a:rPr lang="zh-CN" altLang="en-US" dirty="0"/>
              <a:t>枚举</a:t>
            </a:r>
            <a:r>
              <a:rPr lang="en-US" altLang="zh-CN" dirty="0"/>
              <a:t> </a:t>
            </a:r>
            <a:r>
              <a:rPr lang="zh-CN" altLang="en-US" dirty="0"/>
              <a:t>或</a:t>
            </a:r>
            <a:r>
              <a:rPr lang="en-US" altLang="zh-CN" dirty="0"/>
              <a:t> </a:t>
            </a:r>
            <a:r>
              <a:rPr lang="zh-CN" altLang="en-US" dirty="0"/>
              <a:t>一个</a:t>
            </a:r>
            <a:r>
              <a:rPr lang="en-US" dirty="0" err="1"/>
              <a:t>CultureInfo</a:t>
            </a:r>
            <a:r>
              <a:rPr lang="en-US" dirty="0"/>
              <a:t> </a:t>
            </a:r>
            <a:r>
              <a:rPr lang="zh-CN" altLang="en-US" dirty="0"/>
              <a:t>对象，以便控制大小写和区域文化的敏感性</a:t>
            </a:r>
            <a:endParaRPr lang="en-US" altLang="zh-CN" dirty="0"/>
          </a:p>
          <a:p>
            <a:pPr lvl="1"/>
            <a:r>
              <a:rPr lang="zh-CN" altLang="en-US" dirty="0"/>
              <a:t>默认使用当前本地化的区域设置（</a:t>
            </a:r>
            <a:r>
              <a:rPr lang="en-US" altLang="zh-CN" dirty="0"/>
              <a:t>locale</a:t>
            </a:r>
            <a:r>
              <a:rPr lang="zh-CN" altLang="en-US" dirty="0"/>
              <a:t>），并且区分大小写</a:t>
            </a:r>
            <a:endParaRPr lang="en-US" altLang="zh-CN" dirty="0"/>
          </a:p>
          <a:p>
            <a:r>
              <a:rPr lang="zh-CN" altLang="en-US" dirty="0"/>
              <a:t>例子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5297403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B3B4-E0B0-4AA3-8F46-C26A4852F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</a:t>
            </a:r>
            <a:r>
              <a:rPr lang="en-US" altLang="zh-CN" dirty="0"/>
              <a:t>string</a:t>
            </a:r>
            <a:r>
              <a:rPr lang="zh-CN" altLang="en-US" dirty="0"/>
              <a:t>里搜索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121C-506B-4F4E-9005-C8FC0EC88C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Contains</a:t>
            </a:r>
            <a:r>
              <a:rPr lang="zh-CN" altLang="en-US" dirty="0"/>
              <a:t>没提供类似的重载方法</a:t>
            </a:r>
            <a:endParaRPr lang="en-US" altLang="zh-CN" dirty="0"/>
          </a:p>
          <a:p>
            <a:r>
              <a:rPr lang="zh-CN" altLang="en-US" dirty="0"/>
              <a:t>但是你可以使用</a:t>
            </a:r>
            <a:r>
              <a:rPr lang="en-US" altLang="zh-CN" dirty="0" err="1"/>
              <a:t>IndexOf</a:t>
            </a:r>
            <a:r>
              <a:rPr lang="zh-CN" altLang="en-US" dirty="0"/>
              <a:t>方法，它会返回给定字符</a:t>
            </a:r>
            <a:r>
              <a:rPr lang="en-US" altLang="zh-CN" dirty="0"/>
              <a:t>/</a:t>
            </a:r>
            <a:r>
              <a:rPr lang="zh-CN" altLang="en-US" dirty="0"/>
              <a:t>子字符串在被搜索字符串里的首个位置。</a:t>
            </a:r>
            <a:endParaRPr lang="en-US" altLang="zh-CN" dirty="0"/>
          </a:p>
          <a:p>
            <a:pPr lvl="2"/>
            <a:r>
              <a:rPr lang="zh-CN" altLang="en-US" dirty="0"/>
              <a:t>例子</a:t>
            </a:r>
            <a:endParaRPr lang="en-US" altLang="zh-CN" dirty="0"/>
          </a:p>
          <a:p>
            <a:r>
              <a:rPr lang="en-US" altLang="zh-CN" dirty="0" err="1"/>
              <a:t>IndexOf</a:t>
            </a:r>
            <a:r>
              <a:rPr lang="zh-CN" altLang="en-US" dirty="0"/>
              <a:t>提供了重载方法，它可接受一个起始位置参数（开始搜索的索引值），以及一个</a:t>
            </a:r>
            <a:r>
              <a:rPr lang="en-US" dirty="0" err="1"/>
              <a:t>StringComparison</a:t>
            </a:r>
            <a:r>
              <a:rPr lang="zh-CN" altLang="en-US" dirty="0"/>
              <a:t>枚举</a:t>
            </a:r>
            <a:endParaRPr lang="en-US" altLang="zh-CN" dirty="0"/>
          </a:p>
          <a:p>
            <a:pPr lvl="1"/>
            <a:r>
              <a:rPr lang="en-US" dirty="0" err="1"/>
              <a:t>LastIndexOf</a:t>
            </a:r>
            <a:r>
              <a:rPr lang="zh-CN" altLang="en-US" dirty="0"/>
              <a:t>，它和</a:t>
            </a:r>
            <a:r>
              <a:rPr lang="en-US" altLang="zh-CN" dirty="0" err="1"/>
              <a:t>IndexOf</a:t>
            </a:r>
            <a:r>
              <a:rPr lang="zh-CN" altLang="en-US" dirty="0"/>
              <a:t>类似，但是反向搜素</a:t>
            </a:r>
            <a:endParaRPr lang="en-US" altLang="zh-CN" dirty="0"/>
          </a:p>
          <a:p>
            <a:r>
              <a:rPr lang="en-US" altLang="zh-CN" dirty="0" err="1"/>
              <a:t>IndexOfAny</a:t>
            </a:r>
            <a:r>
              <a:rPr lang="zh-CN" altLang="en-US" dirty="0"/>
              <a:t>，它会返回一组字符里任意一个元素的第一个匹配的位置。</a:t>
            </a:r>
            <a:endParaRPr lang="en-US" altLang="zh-CN" dirty="0"/>
          </a:p>
          <a:p>
            <a:pPr lvl="1"/>
            <a:r>
              <a:rPr lang="en-US" dirty="0" err="1"/>
              <a:t>LastIndexOfAny</a:t>
            </a:r>
            <a:r>
              <a:rPr lang="zh-CN" altLang="en-US" dirty="0"/>
              <a:t>，功能类似，方向相反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9027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40DF8-AD7A-4BD6-9D65-D6873B2E2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操纵</a:t>
            </a:r>
            <a:r>
              <a:rPr lang="en-US" altLang="zh-CN" dirty="0"/>
              <a:t>/</a:t>
            </a:r>
            <a:r>
              <a:rPr lang="zh-CN" altLang="en-US" dirty="0"/>
              <a:t>控制 </a:t>
            </a:r>
            <a:r>
              <a:rPr lang="en-US" altLang="zh-CN" dirty="0"/>
              <a:t>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9185D6-5C01-4FD6-A61E-D565F3D8E4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因为</a:t>
            </a:r>
            <a:r>
              <a:rPr lang="en-US" altLang="zh-CN" dirty="0"/>
              <a:t>string</a:t>
            </a:r>
            <a:r>
              <a:rPr lang="zh-CN" altLang="en-US" dirty="0"/>
              <a:t>是不可变的，所以所有“操纵”</a:t>
            </a:r>
            <a:r>
              <a:rPr lang="en-US" altLang="zh-CN" dirty="0"/>
              <a:t>string</a:t>
            </a:r>
            <a:r>
              <a:rPr lang="zh-CN" altLang="en-US" dirty="0"/>
              <a:t>的方法返回的都是一个新的</a:t>
            </a:r>
            <a:r>
              <a:rPr lang="en-US" altLang="zh-CN" dirty="0"/>
              <a:t>string</a:t>
            </a:r>
            <a:r>
              <a:rPr lang="zh-CN" altLang="en-US" dirty="0"/>
              <a:t>，原来的</a:t>
            </a:r>
            <a:r>
              <a:rPr lang="en-US" altLang="zh-CN" dirty="0"/>
              <a:t>string</a:t>
            </a:r>
            <a:r>
              <a:rPr lang="zh-CN" altLang="en-US" dirty="0"/>
              <a:t>是原封不动的。</a:t>
            </a:r>
            <a:endParaRPr lang="en-US" altLang="zh-CN" dirty="0"/>
          </a:p>
          <a:p>
            <a:r>
              <a:rPr lang="en-US" altLang="zh-CN" dirty="0"/>
              <a:t>Substring</a:t>
            </a:r>
            <a:r>
              <a:rPr lang="zh-CN" altLang="en-US" dirty="0"/>
              <a:t>，会抽取字符串的一部分出来。例子</a:t>
            </a:r>
            <a:endParaRPr lang="en-US" altLang="zh-CN" dirty="0"/>
          </a:p>
          <a:p>
            <a:r>
              <a:rPr lang="en-US" altLang="zh-CN" dirty="0"/>
              <a:t>Insert</a:t>
            </a:r>
            <a:r>
              <a:rPr lang="zh-CN" altLang="en-US" dirty="0"/>
              <a:t>，</a:t>
            </a:r>
            <a:r>
              <a:rPr lang="en-US" altLang="zh-CN" dirty="0"/>
              <a:t>Remove</a:t>
            </a:r>
            <a:r>
              <a:rPr lang="zh-CN" altLang="en-US" dirty="0"/>
              <a:t>，在指定位置插入、移除字符串。例子</a:t>
            </a:r>
            <a:endParaRPr lang="en-US" altLang="zh-CN" dirty="0"/>
          </a:p>
          <a:p>
            <a:r>
              <a:rPr lang="en-US" altLang="zh-CN" dirty="0" err="1"/>
              <a:t>PadLeft</a:t>
            </a:r>
            <a:r>
              <a:rPr lang="zh-CN" altLang="en-US" dirty="0"/>
              <a:t>，</a:t>
            </a:r>
            <a:r>
              <a:rPr lang="en-US" altLang="zh-CN" dirty="0" err="1"/>
              <a:t>PadRight</a:t>
            </a:r>
            <a:r>
              <a:rPr lang="zh-CN" altLang="en-US" dirty="0"/>
              <a:t>，会使用指定的字符（没指定就是空格），填充</a:t>
            </a:r>
            <a:r>
              <a:rPr lang="en-US" altLang="zh-CN" dirty="0"/>
              <a:t>string</a:t>
            </a:r>
            <a:r>
              <a:rPr lang="zh-CN" altLang="en-US" dirty="0"/>
              <a:t>，以达到指定的长度。例子</a:t>
            </a:r>
            <a:endParaRPr lang="en-US" altLang="zh-CN" dirty="0"/>
          </a:p>
          <a:p>
            <a:pPr lvl="1"/>
            <a:r>
              <a:rPr lang="zh-CN" altLang="en-US" dirty="0"/>
              <a:t>如果</a:t>
            </a:r>
            <a:r>
              <a:rPr lang="en-US" altLang="zh-CN" dirty="0"/>
              <a:t>string</a:t>
            </a:r>
            <a:r>
              <a:rPr lang="zh-CN" altLang="en-US" dirty="0"/>
              <a:t>原本就长于指定的长度，那么它就不变</a:t>
            </a:r>
            <a:endParaRPr lang="en-US" altLang="zh-CN" dirty="0"/>
          </a:p>
          <a:p>
            <a:r>
              <a:rPr lang="en-US" altLang="zh-CN" dirty="0" err="1"/>
              <a:t>TrimStart</a:t>
            </a:r>
            <a:r>
              <a:rPr lang="zh-CN" altLang="en-US" dirty="0"/>
              <a:t>，</a:t>
            </a:r>
            <a:r>
              <a:rPr lang="en-US" altLang="zh-CN" dirty="0" err="1"/>
              <a:t>TrimEnd</a:t>
            </a:r>
            <a:r>
              <a:rPr lang="zh-CN" altLang="en-US" dirty="0"/>
              <a:t>从开始或结尾移除指定的字符（默认是空白字符：空格、</a:t>
            </a:r>
            <a:r>
              <a:rPr lang="en-US" altLang="zh-CN" dirty="0"/>
              <a:t>tab</a:t>
            </a:r>
            <a:r>
              <a:rPr lang="zh-CN" altLang="en-US" dirty="0"/>
              <a:t>、换行以及</a:t>
            </a:r>
            <a:r>
              <a:rPr lang="en-US" altLang="zh-CN" dirty="0"/>
              <a:t>Unicode</a:t>
            </a:r>
            <a:r>
              <a:rPr lang="zh-CN" altLang="en-US" dirty="0"/>
              <a:t>里相应的变种）</a:t>
            </a:r>
            <a:endParaRPr lang="en-US" altLang="zh-CN" dirty="0"/>
          </a:p>
          <a:p>
            <a:r>
              <a:rPr lang="en-US" altLang="zh-CN" dirty="0"/>
              <a:t>Trim</a:t>
            </a:r>
            <a:r>
              <a:rPr lang="zh-CN" altLang="en-US" dirty="0"/>
              <a:t>，会把开始和结尾的空白字符都移除。例子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13174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8A2C9-C9D3-4BB8-8172-127AB28D3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操纵</a:t>
            </a:r>
            <a:r>
              <a:rPr lang="en-US" altLang="zh-CN" dirty="0"/>
              <a:t>/</a:t>
            </a:r>
            <a:r>
              <a:rPr lang="zh-CN" altLang="en-US" dirty="0"/>
              <a:t>控制 </a:t>
            </a:r>
            <a:r>
              <a:rPr lang="en-US" altLang="zh-CN" dirty="0"/>
              <a:t>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07B7B-AA91-44E6-A5C8-75E8E657C8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Replace</a:t>
            </a:r>
            <a:r>
              <a:rPr lang="zh-CN" altLang="en-US" dirty="0"/>
              <a:t>，替换所有指定的字符</a:t>
            </a:r>
            <a:r>
              <a:rPr lang="en-US" altLang="zh-CN" dirty="0"/>
              <a:t>/</a:t>
            </a:r>
            <a:r>
              <a:rPr lang="zh-CN" altLang="en-US" dirty="0"/>
              <a:t>字符串，（非重叠的）。例子</a:t>
            </a:r>
            <a:endParaRPr lang="en-US" altLang="zh-CN" dirty="0"/>
          </a:p>
          <a:p>
            <a:r>
              <a:rPr lang="en-US" altLang="zh-CN" dirty="0" err="1"/>
              <a:t>ToUpper</a:t>
            </a:r>
            <a:r>
              <a:rPr lang="zh-CN" altLang="en-US" dirty="0"/>
              <a:t>，</a:t>
            </a:r>
            <a:r>
              <a:rPr lang="en-US" altLang="zh-CN" dirty="0" err="1"/>
              <a:t>ToLower</a:t>
            </a:r>
            <a:r>
              <a:rPr lang="zh-CN" altLang="en-US" dirty="0"/>
              <a:t>，返回</a:t>
            </a:r>
            <a:r>
              <a:rPr lang="en-US" altLang="zh-CN" dirty="0"/>
              <a:t>string</a:t>
            </a:r>
            <a:r>
              <a:rPr lang="zh-CN" altLang="en-US" dirty="0"/>
              <a:t>的大</a:t>
            </a:r>
            <a:r>
              <a:rPr lang="en-US" altLang="zh-CN" dirty="0"/>
              <a:t>/</a:t>
            </a:r>
            <a:r>
              <a:rPr lang="zh-CN" altLang="en-US" dirty="0"/>
              <a:t>小写版本。</a:t>
            </a:r>
            <a:endParaRPr lang="en-US" altLang="zh-CN" dirty="0"/>
          </a:p>
          <a:p>
            <a:pPr lvl="1"/>
            <a:r>
              <a:rPr lang="zh-CN" altLang="en-US" dirty="0"/>
              <a:t>默认情况也遵循用户当前的语言设定</a:t>
            </a:r>
            <a:endParaRPr lang="en-US" altLang="zh-CN" dirty="0"/>
          </a:p>
          <a:p>
            <a:r>
              <a:rPr lang="en-US" dirty="0" err="1"/>
              <a:t>ToUpperInvariant</a:t>
            </a:r>
            <a:r>
              <a:rPr lang="zh-CN" altLang="en-US" dirty="0"/>
              <a:t>，</a:t>
            </a:r>
            <a:r>
              <a:rPr lang="en-US" dirty="0" err="1"/>
              <a:t>ToLowerInvariant</a:t>
            </a:r>
            <a:r>
              <a:rPr lang="zh-CN" altLang="en-US" dirty="0"/>
              <a:t>会一直使用英语文化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42094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D5B7B-18F7-4B41-9D55-7ECB43C3A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拆分、合并字符串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DCF14F-0E8F-4A27-9FBB-68EE037FCF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Split</a:t>
            </a:r>
            <a:r>
              <a:rPr lang="zh-CN" altLang="en-US" dirty="0"/>
              <a:t>方法可以拆分字符串。例子</a:t>
            </a:r>
            <a:endParaRPr lang="en-US" altLang="zh-CN" dirty="0"/>
          </a:p>
          <a:p>
            <a:pPr lvl="1"/>
            <a:r>
              <a:rPr lang="zh-CN" altLang="en-US" dirty="0"/>
              <a:t>默认使用空格作为分隔符</a:t>
            </a:r>
            <a:endParaRPr lang="en-US" altLang="zh-CN" dirty="0"/>
          </a:p>
          <a:p>
            <a:pPr lvl="1"/>
            <a:r>
              <a:rPr lang="zh-CN" altLang="en-US" dirty="0"/>
              <a:t>重载方法可以接受</a:t>
            </a:r>
            <a:r>
              <a:rPr lang="en-US" altLang="zh-CN" dirty="0"/>
              <a:t>param</a:t>
            </a:r>
            <a:r>
              <a:rPr lang="zh-CN" altLang="en-US" dirty="0"/>
              <a:t>字符数组，或</a:t>
            </a:r>
            <a:r>
              <a:rPr lang="en-US" altLang="zh-CN" dirty="0"/>
              <a:t>string</a:t>
            </a:r>
            <a:r>
              <a:rPr lang="zh-CN" altLang="en-US" dirty="0"/>
              <a:t>作为分隔符</a:t>
            </a:r>
            <a:endParaRPr lang="en-US" altLang="zh-CN" dirty="0"/>
          </a:p>
          <a:p>
            <a:pPr lvl="1"/>
            <a:r>
              <a:rPr lang="zh-CN" altLang="en-US" dirty="0"/>
              <a:t>可选接受</a:t>
            </a:r>
            <a:r>
              <a:rPr lang="en-US" dirty="0" err="1"/>
              <a:t>StringSplitOptions</a:t>
            </a:r>
            <a:r>
              <a:rPr lang="zh-CN" altLang="en-US" dirty="0"/>
              <a:t>枚举作为参数，有个选项可以移除空的字符串</a:t>
            </a:r>
            <a:endParaRPr lang="en-US" altLang="zh-CN" dirty="0"/>
          </a:p>
          <a:p>
            <a:r>
              <a:rPr lang="en-US" altLang="zh-CN" dirty="0"/>
              <a:t>Join</a:t>
            </a:r>
            <a:r>
              <a:rPr lang="zh-CN" altLang="en-US" dirty="0"/>
              <a:t>（静态）方法功能与</a:t>
            </a:r>
            <a:r>
              <a:rPr lang="en-US" altLang="zh-CN" dirty="0"/>
              <a:t>Split</a:t>
            </a:r>
            <a:r>
              <a:rPr lang="zh-CN" altLang="en-US" dirty="0"/>
              <a:t>相反，它需要一个分隔符和字符串数组。例子</a:t>
            </a:r>
            <a:endParaRPr lang="en-US" altLang="zh-CN" dirty="0"/>
          </a:p>
          <a:p>
            <a:r>
              <a:rPr lang="en-US" altLang="zh-CN" dirty="0" err="1"/>
              <a:t>Concat</a:t>
            </a:r>
            <a:r>
              <a:rPr lang="zh-CN" altLang="en-US" dirty="0"/>
              <a:t>（静态）方法，和</a:t>
            </a:r>
            <a:r>
              <a:rPr lang="en-US" altLang="zh-CN" dirty="0"/>
              <a:t>Join</a:t>
            </a:r>
            <a:r>
              <a:rPr lang="zh-CN" altLang="en-US" dirty="0"/>
              <a:t>类似。但只接受</a:t>
            </a:r>
            <a:r>
              <a:rPr lang="en-US" altLang="zh-CN" dirty="0"/>
              <a:t>params string </a:t>
            </a:r>
            <a:r>
              <a:rPr lang="zh-CN" altLang="en-US" dirty="0"/>
              <a:t>数组作为参数，无需分隔符。</a:t>
            </a:r>
            <a:endParaRPr lang="en-US" altLang="zh-CN" dirty="0"/>
          </a:p>
          <a:p>
            <a:pPr lvl="1"/>
            <a:r>
              <a:rPr lang="zh-CN" altLang="en-US" dirty="0"/>
              <a:t>和 “</a:t>
            </a:r>
            <a:r>
              <a:rPr lang="en-US" altLang="zh-CN" dirty="0"/>
              <a:t>+</a:t>
            </a:r>
            <a:r>
              <a:rPr lang="zh-CN" altLang="en-US" dirty="0"/>
              <a:t>”的效果一样，其实编译器就是把它翻译成“</a:t>
            </a:r>
            <a:r>
              <a:rPr lang="en-US" altLang="zh-CN" dirty="0"/>
              <a:t>+</a:t>
            </a:r>
            <a:r>
              <a:rPr lang="zh-CN" altLang="en-US" dirty="0"/>
              <a:t>”。例子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923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6205B-5875-48C6-AB19-EE876520C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String.Format</a:t>
            </a:r>
            <a:r>
              <a:rPr lang="en-US" dirty="0"/>
              <a:t> </a:t>
            </a:r>
            <a:r>
              <a:rPr lang="zh-CN" altLang="en-US" dirty="0"/>
              <a:t>和 复合格式的</a:t>
            </a:r>
            <a:r>
              <a:rPr lang="en-US" altLang="zh-CN" dirty="0"/>
              <a:t>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93F65-1142-413F-BFE3-C08AE3FA1F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Format</a:t>
            </a:r>
            <a:r>
              <a:rPr lang="zh-CN" altLang="en-US" dirty="0"/>
              <a:t>（静态）方法，提供了一个方便的方式来构建嵌入变量的字符串。</a:t>
            </a:r>
            <a:endParaRPr lang="en-US" altLang="zh-CN" dirty="0"/>
          </a:p>
          <a:p>
            <a:pPr lvl="1"/>
            <a:r>
              <a:rPr lang="zh-CN" altLang="en-US" dirty="0"/>
              <a:t>嵌入的变量</a:t>
            </a:r>
            <a:r>
              <a:rPr lang="en-US" altLang="zh-CN" dirty="0"/>
              <a:t>/</a:t>
            </a:r>
            <a:r>
              <a:rPr lang="zh-CN" altLang="en-US" dirty="0"/>
              <a:t>值可以是任何类型，</a:t>
            </a:r>
            <a:r>
              <a:rPr lang="en-US" altLang="zh-CN" dirty="0"/>
              <a:t>Format</a:t>
            </a:r>
            <a:r>
              <a:rPr lang="zh-CN" altLang="en-US" dirty="0"/>
              <a:t>会调用它们的</a:t>
            </a:r>
            <a:r>
              <a:rPr lang="en-US" altLang="zh-CN" dirty="0" err="1"/>
              <a:t>ToString</a:t>
            </a:r>
            <a:r>
              <a:rPr lang="zh-CN" altLang="en-US" dirty="0"/>
              <a:t>方法</a:t>
            </a:r>
            <a:endParaRPr lang="en-US" altLang="zh-CN" dirty="0"/>
          </a:p>
          <a:p>
            <a:r>
              <a:rPr lang="zh-CN" altLang="en-US" dirty="0"/>
              <a:t>含有嵌入变量的</a:t>
            </a:r>
            <a:r>
              <a:rPr lang="en-US" altLang="zh-CN" dirty="0"/>
              <a:t>string</a:t>
            </a:r>
            <a:r>
              <a:rPr lang="zh-CN" altLang="en-US" dirty="0"/>
              <a:t>就叫做复合格式</a:t>
            </a:r>
            <a:r>
              <a:rPr lang="en-US" altLang="zh-CN" dirty="0"/>
              <a:t>string</a:t>
            </a:r>
            <a:r>
              <a:rPr lang="zh-CN" altLang="en-US" dirty="0"/>
              <a:t>（</a:t>
            </a:r>
            <a:r>
              <a:rPr lang="en-US" altLang="zh-CN" dirty="0"/>
              <a:t>composite format string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当你调用</a:t>
            </a:r>
            <a:r>
              <a:rPr lang="en-US" altLang="zh-CN" dirty="0" err="1"/>
              <a:t>String.Format</a:t>
            </a:r>
            <a:r>
              <a:rPr lang="zh-CN" altLang="en-US" dirty="0"/>
              <a:t>的时候，你就得传入一个复合格式</a:t>
            </a:r>
            <a:r>
              <a:rPr lang="en-US" altLang="zh-CN" dirty="0"/>
              <a:t>string</a:t>
            </a:r>
            <a:r>
              <a:rPr lang="zh-CN" altLang="en-US" dirty="0"/>
              <a:t>，后边跟着它里面嵌入的这些变量。例子</a:t>
            </a:r>
            <a:endParaRPr lang="en-US" altLang="zh-CN" dirty="0"/>
          </a:p>
          <a:p>
            <a:r>
              <a:rPr lang="zh-CN" altLang="en-US" dirty="0"/>
              <a:t>从</a:t>
            </a:r>
            <a:r>
              <a:rPr lang="en-US" altLang="zh-CN" dirty="0"/>
              <a:t>C# 6 </a:t>
            </a:r>
            <a:r>
              <a:rPr lang="zh-CN" altLang="en-US" dirty="0"/>
              <a:t>开始，可以使用字符串插值（</a:t>
            </a:r>
            <a:r>
              <a:rPr lang="en-US" altLang="zh-CN" dirty="0"/>
              <a:t>interpolated string literals</a:t>
            </a:r>
            <a:r>
              <a:rPr lang="zh-CN" altLang="en-US" dirty="0"/>
              <a:t>）。例子</a:t>
            </a:r>
            <a:endParaRPr lang="en-US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283127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CC8E2-D2E6-46AB-B286-3ED37E2C5C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String.Format</a:t>
            </a:r>
            <a:r>
              <a:rPr lang="en-US" dirty="0"/>
              <a:t> </a:t>
            </a:r>
            <a:r>
              <a:rPr lang="zh-CN" altLang="en-US" dirty="0"/>
              <a:t>和 符合格式的</a:t>
            </a:r>
            <a:r>
              <a:rPr lang="en-US" altLang="zh-CN" dirty="0"/>
              <a:t>string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20825-5675-4F65-A1D4-669BD1EF5D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大括号里的每个数字都叫做格式化项（</a:t>
            </a:r>
            <a:r>
              <a:rPr lang="en-US" altLang="zh-CN" dirty="0"/>
              <a:t>format item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数值对应参数（</a:t>
            </a:r>
            <a:r>
              <a:rPr lang="en-US" altLang="zh-CN" dirty="0"/>
              <a:t>argument</a:t>
            </a:r>
            <a:r>
              <a:rPr lang="zh-CN" altLang="en-US" dirty="0"/>
              <a:t>）的位置，并且后边可以跟着：</a:t>
            </a:r>
            <a:endParaRPr lang="en-US" altLang="zh-CN" dirty="0"/>
          </a:p>
          <a:p>
            <a:pPr lvl="1"/>
            <a:r>
              <a:rPr lang="zh-CN" altLang="en-US" dirty="0"/>
              <a:t>一个逗号，和一个要应用的最小宽度（通常用来对其列，负数表示左对齐，正数右对齐）</a:t>
            </a:r>
            <a:endParaRPr lang="en-US" altLang="zh-CN" dirty="0"/>
          </a:p>
          <a:p>
            <a:pPr lvl="1"/>
            <a:r>
              <a:rPr lang="zh-CN" altLang="en-US" dirty="0"/>
              <a:t>一个冒号，和一个格式化字符串（</a:t>
            </a:r>
            <a:r>
              <a:rPr lang="en-US" altLang="zh-CN" dirty="0"/>
              <a:t>format string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例子。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4062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ED7808-9750-4D25-9F0F-697F61F14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StringBuilder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BC8011-8837-4F07-9E85-0471F8D79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StringBuilder </a:t>
            </a:r>
            <a:r>
              <a:rPr lang="zh-CN" altLang="en-US" dirty="0"/>
              <a:t>类</a:t>
            </a:r>
            <a:r>
              <a:rPr lang="en-US" dirty="0"/>
              <a:t> (</a:t>
            </a:r>
            <a:r>
              <a:rPr lang="en-US" dirty="0" err="1"/>
              <a:t>System.Text</a:t>
            </a:r>
            <a:r>
              <a:rPr lang="en-US" dirty="0"/>
              <a:t> </a:t>
            </a:r>
            <a:r>
              <a:rPr lang="zh-CN" altLang="en-US" dirty="0"/>
              <a:t>命名空间</a:t>
            </a:r>
            <a:r>
              <a:rPr lang="en-US" dirty="0"/>
              <a:t>) </a:t>
            </a:r>
            <a:r>
              <a:rPr lang="zh-CN" altLang="en-US" dirty="0"/>
              <a:t>代表的是可编辑</a:t>
            </a:r>
            <a:r>
              <a:rPr lang="en-US" altLang="zh-CN" dirty="0"/>
              <a:t>/</a:t>
            </a:r>
            <a:r>
              <a:rPr lang="zh-CN" altLang="en-US" dirty="0"/>
              <a:t>可改变的字符串</a:t>
            </a:r>
            <a:endParaRPr lang="en-US" dirty="0"/>
          </a:p>
          <a:p>
            <a:r>
              <a:rPr lang="zh-CN" altLang="en-US" dirty="0"/>
              <a:t>使用 </a:t>
            </a:r>
            <a:r>
              <a:rPr lang="en-US" dirty="0"/>
              <a:t>StringBuilder</a:t>
            </a:r>
            <a:r>
              <a:rPr lang="zh-CN" altLang="en-US" dirty="0"/>
              <a:t>，你可以 </a:t>
            </a:r>
            <a:r>
              <a:rPr lang="en-US" dirty="0"/>
              <a:t>Append, Insert, Remove, </a:t>
            </a:r>
            <a:r>
              <a:rPr lang="zh-CN" altLang="en-US" dirty="0"/>
              <a:t>和</a:t>
            </a:r>
            <a:r>
              <a:rPr lang="en-US" dirty="0"/>
              <a:t> Replace </a:t>
            </a:r>
            <a:r>
              <a:rPr lang="zh-CN" altLang="en-US" dirty="0"/>
              <a:t>子字符串，而不用替换整个</a:t>
            </a:r>
            <a:r>
              <a:rPr lang="en-US" dirty="0"/>
              <a:t>StringBuilder</a:t>
            </a:r>
          </a:p>
          <a:p>
            <a:r>
              <a:rPr lang="en-US" dirty="0"/>
              <a:t>StringBuilder</a:t>
            </a:r>
            <a:r>
              <a:rPr lang="zh-CN" altLang="en-US" dirty="0"/>
              <a:t>的构造函数也可以接受一个初始的</a:t>
            </a:r>
            <a:r>
              <a:rPr lang="en-US" altLang="zh-CN" dirty="0"/>
              <a:t>string</a:t>
            </a:r>
            <a:r>
              <a:rPr lang="zh-CN" altLang="en-US" dirty="0"/>
              <a:t>值，以及内部容量的初始大小（默认是</a:t>
            </a:r>
            <a:r>
              <a:rPr lang="en-US" altLang="zh-CN" dirty="0"/>
              <a:t>16</a:t>
            </a:r>
            <a:r>
              <a:rPr lang="zh-CN" altLang="en-US" dirty="0"/>
              <a:t>字符）。</a:t>
            </a:r>
            <a:endParaRPr lang="en-US" altLang="zh-CN" dirty="0"/>
          </a:p>
          <a:p>
            <a:pPr lvl="1"/>
            <a:r>
              <a:rPr lang="zh-CN" altLang="en-US" dirty="0"/>
              <a:t>如果超过了这个大小，</a:t>
            </a:r>
            <a:r>
              <a:rPr lang="en-US" dirty="0"/>
              <a:t> StringBuilder</a:t>
            </a:r>
            <a:r>
              <a:rPr lang="zh-CN" altLang="en-US" dirty="0"/>
              <a:t>会自动重新改变其内部结构的大小来（轻微性能损耗），以适应最大容量（默认是</a:t>
            </a:r>
            <a:r>
              <a:rPr lang="en-US" altLang="zh-CN" dirty="0" err="1"/>
              <a:t>int.MaxValue</a:t>
            </a:r>
            <a:r>
              <a:rPr lang="zh-CN" altLang="en-US" dirty="0"/>
              <a:t>）。</a:t>
            </a:r>
            <a:endParaRPr lang="en-US" altLang="zh-CN" dirty="0"/>
          </a:p>
          <a:p>
            <a:r>
              <a:rPr lang="en-US" altLang="zh-CN" dirty="0"/>
              <a:t>Append</a:t>
            </a:r>
            <a:r>
              <a:rPr lang="zh-CN" altLang="en-US" dirty="0"/>
              <a:t>例子</a:t>
            </a:r>
            <a:endParaRPr lang="en-US" altLang="zh-CN" dirty="0"/>
          </a:p>
          <a:p>
            <a:r>
              <a:rPr lang="en-US" dirty="0" err="1"/>
              <a:t>AppendLine</a:t>
            </a:r>
            <a:r>
              <a:rPr lang="zh-CN" altLang="en-US" dirty="0"/>
              <a:t>，会执行</a:t>
            </a:r>
            <a:r>
              <a:rPr lang="en-US" altLang="zh-CN" dirty="0"/>
              <a:t>Append</a:t>
            </a:r>
            <a:r>
              <a:rPr lang="zh-CN" altLang="en-US" dirty="0"/>
              <a:t>动作，并添加一个换行（“</a:t>
            </a:r>
            <a:r>
              <a:rPr lang="en-US" altLang="zh-CN" dirty="0"/>
              <a:t>\r\n</a:t>
            </a:r>
            <a:r>
              <a:rPr lang="zh-CN" altLang="en-US" dirty="0"/>
              <a:t>”</a:t>
            </a:r>
            <a:r>
              <a:rPr lang="en-US" altLang="zh-CN" dirty="0"/>
              <a:t>,Windows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en-US" dirty="0" err="1"/>
              <a:t>AppendFormat</a:t>
            </a:r>
            <a:r>
              <a:rPr lang="zh-CN" altLang="en-US" dirty="0"/>
              <a:t>，接受</a:t>
            </a:r>
            <a:r>
              <a:rPr lang="zh-CN" altLang="en-US"/>
              <a:t>一个复合</a:t>
            </a:r>
            <a:r>
              <a:rPr lang="zh-CN" altLang="en-US" dirty="0"/>
              <a:t>格式字符串，和</a:t>
            </a:r>
            <a:r>
              <a:rPr lang="en-US" altLang="zh-CN" dirty="0" err="1"/>
              <a:t>String.Format</a:t>
            </a:r>
            <a:r>
              <a:rPr lang="zh-CN" altLang="en-US" dirty="0"/>
              <a:t>一样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47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F7E1A-174F-4295-8DD2-EE1D5C956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StringBuilder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50481B-DD02-404A-9413-39A7C133CB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Length</a:t>
            </a:r>
            <a:r>
              <a:rPr lang="zh-CN" altLang="en-US" dirty="0"/>
              <a:t>属性</a:t>
            </a:r>
            <a:endParaRPr lang="en-US" altLang="zh-CN" dirty="0"/>
          </a:p>
          <a:p>
            <a:r>
              <a:rPr lang="zh-CN" altLang="en-US" dirty="0"/>
              <a:t>用来读取每个字符的可写的索引器</a:t>
            </a:r>
            <a:endParaRPr lang="en-US" altLang="zh-CN" dirty="0"/>
          </a:p>
          <a:p>
            <a:r>
              <a:rPr lang="zh-CN" altLang="en-US" dirty="0"/>
              <a:t>想清除</a:t>
            </a:r>
            <a:r>
              <a:rPr lang="en-US" altLang="zh-CN" dirty="0"/>
              <a:t>StringBuilder</a:t>
            </a:r>
            <a:r>
              <a:rPr lang="zh-CN" altLang="en-US" dirty="0"/>
              <a:t>的内容，可以初始化一个新的</a:t>
            </a:r>
            <a:r>
              <a:rPr lang="en-US" altLang="zh-CN" dirty="0"/>
              <a:t>StringBuilder</a:t>
            </a:r>
            <a:r>
              <a:rPr lang="zh-CN" altLang="en-US" dirty="0"/>
              <a:t>，或者把</a:t>
            </a:r>
            <a:r>
              <a:rPr lang="en-US" altLang="zh-CN" dirty="0"/>
              <a:t>Length</a:t>
            </a:r>
            <a:r>
              <a:rPr lang="zh-CN" altLang="en-US" dirty="0"/>
              <a:t>设为</a:t>
            </a:r>
            <a:r>
              <a:rPr lang="en-US" altLang="zh-CN" dirty="0"/>
              <a:t>0.</a:t>
            </a:r>
          </a:p>
          <a:p>
            <a:pPr lvl="1"/>
            <a:r>
              <a:rPr lang="zh-CN" altLang="en-US" dirty="0"/>
              <a:t>把</a:t>
            </a:r>
            <a:r>
              <a:rPr lang="en-US" altLang="zh-CN" dirty="0"/>
              <a:t>StringBuilder</a:t>
            </a:r>
            <a:r>
              <a:rPr lang="zh-CN" altLang="en-US" dirty="0"/>
              <a:t>的</a:t>
            </a:r>
            <a:r>
              <a:rPr lang="en-US" altLang="zh-CN" dirty="0"/>
              <a:t>Length</a:t>
            </a:r>
            <a:r>
              <a:rPr lang="zh-CN" altLang="en-US" dirty="0"/>
              <a:t>设为</a:t>
            </a:r>
            <a:r>
              <a:rPr lang="en-US" altLang="zh-CN" dirty="0"/>
              <a:t>0</a:t>
            </a:r>
            <a:r>
              <a:rPr lang="zh-CN" altLang="en-US" dirty="0"/>
              <a:t>并没有缩小它的容量，它占用的内存小是不变的。</a:t>
            </a:r>
            <a:endParaRPr lang="en-US" altLang="zh-CN" dirty="0"/>
          </a:p>
          <a:p>
            <a:pPr lvl="2"/>
            <a:r>
              <a:rPr lang="zh-CN" altLang="en-US" dirty="0"/>
              <a:t>要想释放内容，必须要</a:t>
            </a:r>
            <a:r>
              <a:rPr lang="en-US" altLang="zh-CN" dirty="0"/>
              <a:t>new</a:t>
            </a:r>
            <a:r>
              <a:rPr lang="zh-CN" altLang="en-US" dirty="0"/>
              <a:t>一个，而且要保证原来的实例可以被</a:t>
            </a:r>
            <a:r>
              <a:rPr lang="en-US" altLang="zh-CN" dirty="0"/>
              <a:t>GC</a:t>
            </a:r>
            <a:r>
              <a:rPr lang="zh-CN" altLang="en-US" dirty="0"/>
              <a:t>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970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A0D08-376C-4B94-ABE1-999FD4358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Thank you</a:t>
            </a:r>
            <a:endParaRPr lang="en-US" dirty="0"/>
          </a:p>
        </p:txBody>
      </p:sp>
      <p:pic>
        <p:nvPicPr>
          <p:cNvPr id="6" name="Content Placeholder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55F10E9E-2CA4-4748-8B73-74202EC832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00" y="685800"/>
            <a:ext cx="5257800" cy="525780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93B21-5D03-49C8-8310-43785588C00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zh-CN" altLang="en-US" dirty="0"/>
              <a:t>小程序习题 </a:t>
            </a:r>
            <a:r>
              <a:rPr lang="en-US" altLang="zh-CN" dirty="0"/>
              <a:t>5.1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89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CITY SKETCH 16X9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3.potx" id="{55B65C5C-2110-41C9-9432-67D739EC5CFC}" vid="{FDE12540-4521-4F30-863D-D54DD2EE1C3B}"/>
    </a:ext>
  </a:extLst>
</a:theme>
</file>

<file path=ppt/theme/theme2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CitySketch">
      <a:dk1>
        <a:srgbClr val="3D372E"/>
      </a:dk1>
      <a:lt1>
        <a:sysClr val="window" lastClr="FFFFFF"/>
      </a:lt1>
      <a:dk2>
        <a:srgbClr val="000000"/>
      </a:dk2>
      <a:lt2>
        <a:srgbClr val="E0ECE1"/>
      </a:lt2>
      <a:accent1>
        <a:srgbClr val="B2D0B4"/>
      </a:accent1>
      <a:accent2>
        <a:srgbClr val="88A5BA"/>
      </a:accent2>
      <a:accent3>
        <a:srgbClr val="909F5F"/>
      </a:accent3>
      <a:accent4>
        <a:srgbClr val="C9A057"/>
      </a:accent4>
      <a:accent5>
        <a:srgbClr val="DA7D60"/>
      </a:accent5>
      <a:accent6>
        <a:srgbClr val="978975"/>
      </a:accent6>
      <a:hlink>
        <a:srgbClr val="C9A057"/>
      </a:hlink>
      <a:folHlink>
        <a:srgbClr val="978975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Business office city sketch presentation background (widescreen)</Template>
  <TotalTime>244</TotalTime>
  <Words>1779</Words>
  <Application>Microsoft Office PowerPoint</Application>
  <PresentationFormat>Widescreen</PresentationFormat>
  <Paragraphs>120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Century Schoolbook</vt:lpstr>
      <vt:lpstr>CITY SKETCH 16X9</vt:lpstr>
      <vt:lpstr>真会C#？第6章</vt:lpstr>
      <vt:lpstr>C# 7.0 in a Nutshell</vt:lpstr>
      <vt:lpstr>公众号 &amp; C#习题小程序</vt:lpstr>
      <vt:lpstr>本节内容</vt:lpstr>
      <vt:lpstr>char</vt:lpstr>
      <vt:lpstr>culture-invariant 版本的方法</vt:lpstr>
      <vt:lpstr>用于为char分类 静态方法</vt:lpstr>
      <vt:lpstr>char</vt:lpstr>
      <vt:lpstr>string</vt:lpstr>
      <vt:lpstr>构建string</vt:lpstr>
      <vt:lpstr>Null 和 空string</vt:lpstr>
      <vt:lpstr>访问string里的字符</vt:lpstr>
      <vt:lpstr>在string里进行搜索</vt:lpstr>
      <vt:lpstr>在string里搜索</vt:lpstr>
      <vt:lpstr>操纵/控制 string</vt:lpstr>
      <vt:lpstr>操纵/控制 string</vt:lpstr>
      <vt:lpstr>拆分、合并字符串</vt:lpstr>
      <vt:lpstr>String.Format 和 复合格式的string</vt:lpstr>
      <vt:lpstr>String.Format 和 符合格式的string</vt:lpstr>
      <vt:lpstr>StringBuilder</vt:lpstr>
      <vt:lpstr>StringBuilder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第6章</dc:title>
  <dc:creator>Yang Xu</dc:creator>
  <cp:lastModifiedBy>Yang Xu</cp:lastModifiedBy>
  <cp:revision>1</cp:revision>
  <dcterms:created xsi:type="dcterms:W3CDTF">2020-04-11T04:43:17Z</dcterms:created>
  <dcterms:modified xsi:type="dcterms:W3CDTF">2020-04-11T11:58:51Z</dcterms:modified>
</cp:coreProperties>
</file>